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71" r:id="rId2"/>
    <p:sldId id="257" r:id="rId3"/>
    <p:sldId id="258" r:id="rId4"/>
    <p:sldId id="259" r:id="rId5"/>
    <p:sldId id="260" r:id="rId6"/>
    <p:sldId id="261" r:id="rId7"/>
    <p:sldId id="262" r:id="rId8"/>
    <p:sldId id="263" r:id="rId9"/>
    <p:sldId id="264" r:id="rId10"/>
    <p:sldId id="265" r:id="rId11"/>
    <p:sldId id="267" r:id="rId12"/>
    <p:sldId id="268" r:id="rId13"/>
    <p:sldId id="266"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38AD8DF-70BE-4C3F-A4C1-DDF8CE0E9659}">
          <p14:sldIdLst>
            <p14:sldId id="271"/>
            <p14:sldId id="257"/>
            <p14:sldId id="258"/>
            <p14:sldId id="259"/>
            <p14:sldId id="260"/>
            <p14:sldId id="261"/>
            <p14:sldId id="262"/>
            <p14:sldId id="263"/>
            <p14:sldId id="264"/>
            <p14:sldId id="265"/>
            <p14:sldId id="267"/>
            <p14:sldId id="268"/>
            <p14:sldId id="266"/>
            <p14:sldId id="269"/>
            <p14:sldId id="2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46E5"/>
    <a:srgbClr val="F3F4F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38EAE6-8653-40DB-97E1-B8B581BB3850}" type="datetimeFigureOut">
              <a:rPr lang="en-IN" smtClean="0"/>
              <a:t>13-03-2026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65A369-2CA2-405C-97C9-07BA9AF8DEC4}" type="slidenum">
              <a:rPr lang="en-IN" smtClean="0"/>
              <a:t>‹#›</a:t>
            </a:fld>
            <a:endParaRPr lang="en-IN"/>
          </a:p>
        </p:txBody>
      </p:sp>
    </p:spTree>
    <p:extLst>
      <p:ext uri="{BB962C8B-B14F-4D97-AF65-F5344CB8AC3E}">
        <p14:creationId xmlns:p14="http://schemas.microsoft.com/office/powerpoint/2010/main" val="1810518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SRS.pdf"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www.sparkstoideas.com/"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EF1BE9-9541-E83C-AF99-B03B81561855}"/>
              </a:ext>
            </a:extLst>
          </p:cNvPr>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94D6BB0-3D39-F1A7-20C3-F3DF4ED0739D}"/>
              </a:ext>
            </a:extLst>
          </p:cNvPr>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ight Triangle 3">
            <a:extLst>
              <a:ext uri="{FF2B5EF4-FFF2-40B4-BE49-F238E27FC236}">
                <a16:creationId xmlns:a16="http://schemas.microsoft.com/office/drawing/2014/main" id="{B285E7D8-172C-29A3-8030-A2214A0F0623}"/>
              </a:ext>
            </a:extLst>
          </p:cNvPr>
          <p:cNvSpPr/>
          <p:nvPr/>
        </p:nvSpPr>
        <p:spPr>
          <a:xfrm rot="10800000" flipH="1" flipV="1">
            <a:off x="371856" y="3224764"/>
            <a:ext cx="5486400" cy="3657600"/>
          </a:xfrm>
          <a:prstGeom prst="rtTriangl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2E96A68-0515-A5B8-444E-0236FA290EB7}"/>
              </a:ext>
            </a:extLst>
          </p:cNvPr>
          <p:cNvSpPr txBox="1"/>
          <p:nvPr/>
        </p:nvSpPr>
        <p:spPr>
          <a:xfrm>
            <a:off x="2003829" y="1896862"/>
            <a:ext cx="5136342" cy="1077218"/>
          </a:xfrm>
          <a:prstGeom prst="rect">
            <a:avLst/>
          </a:prstGeom>
          <a:noFill/>
        </p:spPr>
        <p:txBody>
          <a:bodyPr wrap="none">
            <a:spAutoFit/>
          </a:bodyPr>
          <a:lstStyle/>
          <a:p>
            <a:r>
              <a:rPr sz="6400" b="1" dirty="0">
                <a:latin typeface="Segoe UI Black"/>
              </a:rPr>
              <a:t>Borrow-Box</a:t>
            </a:r>
          </a:p>
        </p:txBody>
      </p:sp>
      <p:sp>
        <p:nvSpPr>
          <p:cNvPr id="6" name="Subtitle 2">
            <a:extLst>
              <a:ext uri="{FF2B5EF4-FFF2-40B4-BE49-F238E27FC236}">
                <a16:creationId xmlns:a16="http://schemas.microsoft.com/office/drawing/2014/main" id="{89E40E57-A249-D515-E7B1-36AD6CB6B2CA}"/>
              </a:ext>
            </a:extLst>
          </p:cNvPr>
          <p:cNvSpPr txBox="1">
            <a:spLocks/>
          </p:cNvSpPr>
          <p:nvPr/>
        </p:nvSpPr>
        <p:spPr>
          <a:xfrm>
            <a:off x="6091323" y="4567112"/>
            <a:ext cx="3219914" cy="142974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20000"/>
              </a:lnSpc>
              <a:spcBef>
                <a:spcPts val="450"/>
              </a:spcBef>
              <a:buFont typeface="Arial"/>
              <a:buNone/>
            </a:pPr>
            <a:r>
              <a:rPr lang="en-IN" sz="1500" b="1" u="sng" dirty="0">
                <a:latin typeface="Segoe UI" panose="020B0502040204020203" pitchFamily="34" charset="0"/>
                <a:ea typeface="Roboto" panose="02000000000000000000" pitchFamily="2" charset="0"/>
                <a:cs typeface="Segoe UI" panose="020B0502040204020203" pitchFamily="34" charset="0"/>
              </a:rPr>
              <a:t>Prepared by</a:t>
            </a:r>
          </a:p>
          <a:p>
            <a:pPr marL="0" indent="0">
              <a:spcBef>
                <a:spcPts val="450"/>
              </a:spcBef>
              <a:buFont typeface="Arial"/>
              <a:buNone/>
            </a:pPr>
            <a:r>
              <a:rPr lang="en-IN" sz="1500" b="1" dirty="0">
                <a:latin typeface="Segoe UI" panose="020B0502040204020203" pitchFamily="34" charset="0"/>
                <a:ea typeface="Roboto" panose="02000000000000000000" pitchFamily="2" charset="0"/>
                <a:cs typeface="Segoe UI" panose="020B0502040204020203" pitchFamily="34" charset="0"/>
              </a:rPr>
              <a:t>Name – Raval Heet Y.</a:t>
            </a:r>
          </a:p>
          <a:p>
            <a:pPr marL="0" indent="0">
              <a:spcBef>
                <a:spcPts val="450"/>
              </a:spcBef>
              <a:buFont typeface="Arial"/>
              <a:buNone/>
            </a:pPr>
            <a:r>
              <a:rPr lang="en-IN" sz="1500" b="1" dirty="0">
                <a:latin typeface="Segoe UI" panose="020B0502040204020203" pitchFamily="34" charset="0"/>
                <a:ea typeface="Roboto" panose="02000000000000000000" pitchFamily="2" charset="0"/>
                <a:cs typeface="Segoe UI" panose="020B0502040204020203" pitchFamily="34" charset="0"/>
              </a:rPr>
              <a:t>Enrolment No – 231133116052</a:t>
            </a:r>
          </a:p>
          <a:p>
            <a:pPr marL="0" indent="0">
              <a:spcBef>
                <a:spcPts val="450"/>
              </a:spcBef>
              <a:buFont typeface="Arial"/>
              <a:buNone/>
            </a:pPr>
            <a:r>
              <a:rPr lang="en-IN" sz="1500" b="1" dirty="0">
                <a:latin typeface="Segoe UI" panose="020B0502040204020203" pitchFamily="34" charset="0"/>
                <a:ea typeface="Roboto" panose="02000000000000000000" pitchFamily="2" charset="0"/>
                <a:cs typeface="Segoe UI" panose="020B0502040204020203" pitchFamily="34" charset="0"/>
              </a:rPr>
              <a:t>Guided By – Jui Khamar</a:t>
            </a:r>
          </a:p>
        </p:txBody>
      </p:sp>
      <p:pic>
        <p:nvPicPr>
          <p:cNvPr id="7" name="Picture 6">
            <a:extLst>
              <a:ext uri="{FF2B5EF4-FFF2-40B4-BE49-F238E27FC236}">
                <a16:creationId xmlns:a16="http://schemas.microsoft.com/office/drawing/2014/main" id="{B1620772-53DD-AA16-59FD-0622E3698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470" y="480315"/>
            <a:ext cx="1345174" cy="1007089"/>
          </a:xfrm>
          <a:prstGeom prst="rect">
            <a:avLst/>
          </a:prstGeom>
        </p:spPr>
      </p:pic>
      <p:sp>
        <p:nvSpPr>
          <p:cNvPr id="8" name="Subtitle 2">
            <a:extLst>
              <a:ext uri="{FF2B5EF4-FFF2-40B4-BE49-F238E27FC236}">
                <a16:creationId xmlns:a16="http://schemas.microsoft.com/office/drawing/2014/main" id="{686BF684-4BB8-A6A3-A771-5A67D2FDC22A}"/>
              </a:ext>
            </a:extLst>
          </p:cNvPr>
          <p:cNvSpPr txBox="1">
            <a:spLocks/>
          </p:cNvSpPr>
          <p:nvPr/>
        </p:nvSpPr>
        <p:spPr>
          <a:xfrm>
            <a:off x="3013972" y="3044318"/>
            <a:ext cx="3282933" cy="769364"/>
          </a:xfrm>
          <a:prstGeom prst="rect">
            <a:avLst/>
          </a:prstGeom>
        </p:spPr>
        <p:txBody>
          <a:bodyPr vert="horz" lIns="68580" tIns="34290" rIns="68580" bIns="34290" rtlCol="0">
            <a:noAutofit/>
          </a:bodyPr>
          <a:lstStyle/>
          <a:p>
            <a:pPr algn="ctr" defTabSz="685800">
              <a:lnSpc>
                <a:spcPct val="120000"/>
              </a:lnSpc>
              <a:spcBef>
                <a:spcPts val="450"/>
              </a:spcBef>
              <a:defRPr/>
            </a:pPr>
            <a:r>
              <a:rPr lang="en-IN" sz="1500" b="1" dirty="0">
                <a:latin typeface="Segoe UI" panose="020B0502040204020203" pitchFamily="34" charset="0"/>
                <a:ea typeface="Roboto" panose="02000000000000000000" pitchFamily="2" charset="0"/>
                <a:cs typeface="Segoe UI" panose="020B0502040204020203" pitchFamily="34" charset="0"/>
              </a:rPr>
              <a:t>Information Technology(IT)</a:t>
            </a:r>
          </a:p>
          <a:p>
            <a:pPr algn="ctr" defTabSz="685800">
              <a:lnSpc>
                <a:spcPct val="120000"/>
              </a:lnSpc>
              <a:spcBef>
                <a:spcPts val="450"/>
              </a:spcBef>
              <a:defRPr/>
            </a:pPr>
            <a:r>
              <a:rPr lang="en-IN" sz="1500" b="1" dirty="0">
                <a:latin typeface="Segoe UI" panose="020B0502040204020203" pitchFamily="34" charset="0"/>
                <a:ea typeface="Roboto" panose="02000000000000000000" pitchFamily="2" charset="0"/>
                <a:cs typeface="Segoe UI" panose="020B0502040204020203" pitchFamily="34" charset="0"/>
              </a:rPr>
              <a:t>SAL COLLEGE OF ENGINEERING</a:t>
            </a:r>
          </a:p>
        </p:txBody>
      </p:sp>
      <p:pic>
        <p:nvPicPr>
          <p:cNvPr id="9" name="Picture 8">
            <a:extLst>
              <a:ext uri="{FF2B5EF4-FFF2-40B4-BE49-F238E27FC236}">
                <a16:creationId xmlns:a16="http://schemas.microsoft.com/office/drawing/2014/main" id="{1E15CACF-918A-0CBB-7D2D-2D3A67E532A4}"/>
              </a:ext>
            </a:extLst>
          </p:cNvPr>
          <p:cNvPicPr>
            <a:picLocks noChangeAspect="1"/>
          </p:cNvPicPr>
          <p:nvPr/>
        </p:nvPicPr>
        <p:blipFill>
          <a:blip r:embed="rId3"/>
          <a:stretch>
            <a:fillRect/>
          </a:stretch>
        </p:blipFill>
        <p:spPr>
          <a:xfrm>
            <a:off x="6844030" y="172202"/>
            <a:ext cx="1714500" cy="1714500"/>
          </a:xfrm>
          <a:prstGeom prst="rect">
            <a:avLst/>
          </a:prstGeom>
        </p:spPr>
      </p:pic>
    </p:spTree>
    <p:extLst>
      <p:ext uri="{BB962C8B-B14F-4D97-AF65-F5344CB8AC3E}">
        <p14:creationId xmlns:p14="http://schemas.microsoft.com/office/powerpoint/2010/main" val="3727664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a:solidFill>
                  <a:srgbClr val="4F46E5"/>
                </a:solidFill>
                <a:latin typeface="Segoe UI"/>
              </a:rPr>
              <a:t>Table of Contents</a:t>
            </a:r>
          </a:p>
        </p:txBody>
      </p:sp>
      <p:sp>
        <p:nvSpPr>
          <p:cNvPr id="8" name="Rounded Rectangle 7"/>
          <p:cNvSpPr/>
          <p:nvPr/>
        </p:nvSpPr>
        <p:spPr>
          <a:xfrm>
            <a:off x="969264" y="1883664"/>
            <a:ext cx="7680960"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828800"/>
            <a:ext cx="7680960"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5">
            <a:extLst>
              <a:ext uri="{FF2B5EF4-FFF2-40B4-BE49-F238E27FC236}">
                <a16:creationId xmlns:a16="http://schemas.microsoft.com/office/drawing/2014/main" id="{94B2FBE0-3701-03BA-5AD9-2FB45CE165D6}"/>
              </a:ext>
            </a:extLst>
          </p:cNvPr>
          <p:cNvSpPr>
            <a:spLocks noChangeArrowheads="1"/>
          </p:cNvSpPr>
          <p:nvPr/>
        </p:nvSpPr>
        <p:spPr bwMode="auto">
          <a:xfrm>
            <a:off x="1308290" y="2388990"/>
            <a:ext cx="5047600" cy="34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57150" tIns="28575" rIns="57150" bIns="28575" numCol="1" anchor="ctr" anchorCtr="0" compatLnSpc="1">
            <a:prstTxWarp prst="textNoShape">
              <a:avLst/>
            </a:prstTxWarp>
            <a:spAutoFit/>
          </a:bodyPr>
          <a:lstStyle/>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Abstract</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Project Overview &amp; Objectives</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Software Requirements Specification</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Company Profile</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Tools &amp; Technologies Used</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Key Functionalities / Features</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Progress Overview</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Code Block / Screenshots</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Timeline of Project</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Conclusion &amp; Future Scope</a:t>
            </a:r>
          </a:p>
          <a:p>
            <a:pPr marL="285750" indent="-285750" defTabSz="571500" eaLnBrk="0" fontAlgn="base" hangingPunct="0">
              <a:spcBef>
                <a:spcPct val="0"/>
              </a:spcBef>
              <a:spcAft>
                <a:spcPct val="0"/>
              </a:spcAft>
              <a:buFont typeface="Wingdings" panose="05000000000000000000" pitchFamily="2" charset="2"/>
              <a:buChar char="§"/>
            </a:pPr>
            <a:r>
              <a:rPr lang="en-US" altLang="en-US" sz="2000" dirty="0">
                <a:latin typeface="Segoe UI" panose="020B0502040204020203" pitchFamily="34" charset="0"/>
                <a:ea typeface="Segoe UI Black" panose="020B0A02040204020203" pitchFamily="34" charset="0"/>
                <a:cs typeface="Segoe UI" panose="020B0502040204020203" pitchFamily="34" charset="0"/>
              </a:rPr>
              <a:t>References</a:t>
            </a: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10"/>
                                        <p:tgtEl>
                                          <p:spTgt spid="11"/>
                                        </p:tgtEl>
                                      </p:cBhvr>
                                    </p:animEffect>
                                  </p:childTnLst>
                                </p:cTn>
                              </p:par>
                            </p:childTnLst>
                          </p:cTn>
                        </p:par>
                        <p:par>
                          <p:cTn id="8" fill="hold">
                            <p:stCondLst>
                              <p:cond delay="1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1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a:solidFill>
                  <a:srgbClr val="4F46E5"/>
                </a:solidFill>
                <a:latin typeface="Segoe UI"/>
              </a:rPr>
              <a:t>Abstract</a:t>
            </a:r>
          </a:p>
        </p:txBody>
      </p:sp>
      <p:sp>
        <p:nvSpPr>
          <p:cNvPr id="8" name="Rounded Rectangle 7"/>
          <p:cNvSpPr/>
          <p:nvPr/>
        </p:nvSpPr>
        <p:spPr>
          <a:xfrm>
            <a:off x="969264" y="1883664"/>
            <a:ext cx="7680960"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828800"/>
            <a:ext cx="7680960"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770632"/>
            <a:ext cx="7315200" cy="2560320"/>
          </a:xfrm>
          <a:prstGeom prst="rect">
            <a:avLst/>
          </a:prstGeom>
          <a:noFill/>
        </p:spPr>
        <p:txBody>
          <a:bodyPr wrap="square">
            <a:normAutofit/>
          </a:bodyPr>
          <a:lstStyle/>
          <a:p>
            <a:pPr algn="just">
              <a:spcBef>
                <a:spcPts val="800"/>
              </a:spcBef>
            </a:pPr>
            <a:r>
              <a:rPr sz="1600" b="0" dirty="0">
                <a:solidFill>
                  <a:srgbClr val="111827"/>
                </a:solidFill>
                <a:latin typeface="Segoe UI"/>
              </a:rPr>
              <a:t>The Online Renting System is a web-based application built using the Django framework that connects people who have items to rent with those who need them. Users can list their unused products for rent, while others can browse available items and book rentals through the platform. The system includes features for item listing, product browsing, rental booking, and administrative management. This platform promotes the idea of sharing unused resources rather than purchasing new items, helping users save money while making better use of existing products.</a:t>
            </a: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dirty="0">
                <a:solidFill>
                  <a:srgbClr val="4F46E5"/>
                </a:solidFill>
                <a:latin typeface="Segoe UI"/>
              </a:rPr>
              <a:t>Project Overview</a:t>
            </a:r>
          </a:p>
        </p:txBody>
      </p:sp>
      <p:sp>
        <p:nvSpPr>
          <p:cNvPr id="8" name="Rounded Rectangle 7"/>
          <p:cNvSpPr/>
          <p:nvPr/>
        </p:nvSpPr>
        <p:spPr>
          <a:xfrm>
            <a:off x="969264" y="1883664"/>
            <a:ext cx="7680960"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828800"/>
            <a:ext cx="7680960"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33856" y="2446266"/>
            <a:ext cx="7315200" cy="3337068"/>
          </a:xfrm>
          <a:prstGeom prst="rect">
            <a:avLst/>
          </a:prstGeom>
          <a:noFill/>
        </p:spPr>
        <p:txBody>
          <a:bodyPr wrap="square">
            <a:normAutofit/>
          </a:bodyPr>
          <a:lstStyle/>
          <a:p>
            <a:pPr marL="285750" indent="-285750" algn="just">
              <a:spcBef>
                <a:spcPts val="800"/>
              </a:spcBef>
              <a:buFont typeface="Wingdings" panose="05000000000000000000" pitchFamily="2" charset="2"/>
              <a:buChar char="§"/>
            </a:pPr>
            <a:r>
              <a:rPr sz="1800" b="0" dirty="0">
                <a:solidFill>
                  <a:srgbClr val="111827"/>
                </a:solidFill>
                <a:latin typeface="Segoe UI"/>
              </a:rPr>
              <a:t>This system creates a web platform where users can rent products from each other instead of buying them new. The platform connects item owners with renters, making it easier to access products without the expense of ownership.</a:t>
            </a:r>
          </a:p>
          <a:p>
            <a:pPr marL="285750" indent="-285750" algn="just">
              <a:spcBef>
                <a:spcPts val="800"/>
              </a:spcBef>
              <a:buFont typeface="Wingdings" panose="05000000000000000000" pitchFamily="2" charset="2"/>
              <a:buChar char="§"/>
            </a:pPr>
            <a:r>
              <a:rPr sz="1800" b="0" dirty="0">
                <a:solidFill>
                  <a:srgbClr val="111827"/>
                </a:solidFill>
                <a:latin typeface="Segoe UI"/>
              </a:rPr>
              <a:t>Web platform for renting various products and equipment</a:t>
            </a:r>
          </a:p>
          <a:p>
            <a:pPr marL="285750" indent="-285750" algn="just">
              <a:spcBef>
                <a:spcPts val="800"/>
              </a:spcBef>
              <a:buFont typeface="Wingdings" panose="05000000000000000000" pitchFamily="2" charset="2"/>
              <a:buChar char="§"/>
            </a:pPr>
            <a:r>
              <a:rPr sz="1800" b="0" dirty="0">
                <a:solidFill>
                  <a:srgbClr val="111827"/>
                </a:solidFill>
                <a:latin typeface="Segoe UI"/>
              </a:rPr>
              <a:t>Users can list items they own for others to rent</a:t>
            </a:r>
          </a:p>
          <a:p>
            <a:pPr marL="285750" indent="-285750" algn="just">
              <a:spcBef>
                <a:spcPts val="800"/>
              </a:spcBef>
              <a:buFont typeface="Wingdings" panose="05000000000000000000" pitchFamily="2" charset="2"/>
              <a:buChar char="§"/>
            </a:pPr>
            <a:r>
              <a:rPr sz="1800" b="0" dirty="0">
                <a:solidFill>
                  <a:srgbClr val="111827"/>
                </a:solidFill>
                <a:latin typeface="Segoe UI"/>
              </a:rPr>
              <a:t>Other users can browse available items and book rentals</a:t>
            </a:r>
          </a:p>
          <a:p>
            <a:pPr marL="285750" indent="-285750" algn="just">
              <a:spcBef>
                <a:spcPts val="800"/>
              </a:spcBef>
              <a:buFont typeface="Wingdings" panose="05000000000000000000" pitchFamily="2" charset="2"/>
              <a:buChar char="§"/>
            </a:pPr>
            <a:r>
              <a:rPr sz="1800" b="0" dirty="0">
                <a:solidFill>
                  <a:srgbClr val="111827"/>
                </a:solidFill>
                <a:latin typeface="Segoe UI"/>
              </a:rPr>
              <a:t>Admin manages users, listings, and platform operations</a:t>
            </a:r>
          </a:p>
          <a:p>
            <a:pPr marL="285750" indent="-285750" algn="just">
              <a:spcBef>
                <a:spcPts val="800"/>
              </a:spcBef>
              <a:buFont typeface="Wingdings" panose="05000000000000000000" pitchFamily="2" charset="2"/>
              <a:buChar char="§"/>
            </a:pPr>
            <a:r>
              <a:rPr sz="1800" b="0" dirty="0">
                <a:solidFill>
                  <a:srgbClr val="111827"/>
                </a:solidFill>
                <a:latin typeface="Segoe UI"/>
              </a:rPr>
              <a:t>System improves accessibility and encourages resource sharing</a:t>
            </a: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wipe(down)">
                                      <p:cBhvr>
                                        <p:cTn id="11" dur="500"/>
                                        <p:tgtEl>
                                          <p:spTgt spid="10">
                                            <p:txEl>
                                              <p:pRg st="0" end="0"/>
                                            </p:tx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wipe(down)">
                                      <p:cBhvr>
                                        <p:cTn id="15" dur="500"/>
                                        <p:tgtEl>
                                          <p:spTgt spid="10">
                                            <p:txEl>
                                              <p:pRg st="1" end="1"/>
                                            </p:tx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Effect transition="in" filter="wipe(down)">
                                      <p:cBhvr>
                                        <p:cTn id="19" dur="500"/>
                                        <p:tgtEl>
                                          <p:spTgt spid="10">
                                            <p:txEl>
                                              <p:pRg st="2" end="2"/>
                                            </p:tx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wipe(down)">
                                      <p:cBhvr>
                                        <p:cTn id="23" dur="500"/>
                                        <p:tgtEl>
                                          <p:spTgt spid="10">
                                            <p:txEl>
                                              <p:pRg st="3" end="3"/>
                                            </p:txEl>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wipe(down)">
                                      <p:cBhvr>
                                        <p:cTn id="27" dur="500"/>
                                        <p:tgtEl>
                                          <p:spTgt spid="10">
                                            <p:txEl>
                                              <p:pRg st="4" end="4"/>
                                            </p:txEl>
                                          </p:spTgt>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animEffect transition="in" filter="wipe(down)">
                                      <p:cBhvr>
                                        <p:cTn id="31"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dirty="0">
                <a:solidFill>
                  <a:srgbClr val="4F46E5"/>
                </a:solidFill>
                <a:latin typeface="Segoe UI"/>
              </a:rPr>
              <a:t>Objectives</a:t>
            </a:r>
          </a:p>
        </p:txBody>
      </p:sp>
      <p:sp>
        <p:nvSpPr>
          <p:cNvPr id="8" name="Rounded Rectangle 7"/>
          <p:cNvSpPr/>
          <p:nvPr/>
        </p:nvSpPr>
        <p:spPr>
          <a:xfrm>
            <a:off x="969264" y="1883664"/>
            <a:ext cx="7680960"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828800"/>
            <a:ext cx="7680960"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342929"/>
            <a:ext cx="7315200" cy="3415726"/>
          </a:xfrm>
          <a:prstGeom prst="rect">
            <a:avLst/>
          </a:prstGeom>
          <a:noFill/>
        </p:spPr>
        <p:txBody>
          <a:bodyPr wrap="square">
            <a:normAutofit/>
          </a:bodyPr>
          <a:lstStyle/>
          <a:p>
            <a:pPr marL="285750" indent="-285750" algn="just">
              <a:spcBef>
                <a:spcPts val="800"/>
              </a:spcBef>
              <a:buFont typeface="Wingdings" panose="05000000000000000000" pitchFamily="2" charset="2"/>
              <a:buChar char="§"/>
            </a:pPr>
            <a:r>
              <a:rPr sz="1800" b="0" dirty="0">
                <a:solidFill>
                  <a:srgbClr val="111827"/>
                </a:solidFill>
                <a:latin typeface="Segoe UI"/>
              </a:rPr>
              <a:t>The main goals of this project are to create an accessible platform that connects people who need items with those who have unused products, while also providing practical experience in web development using Django.</a:t>
            </a:r>
          </a:p>
          <a:p>
            <a:pPr marL="285750" indent="-285750" algn="just">
              <a:spcBef>
                <a:spcPts val="800"/>
              </a:spcBef>
              <a:buFont typeface="Wingdings" panose="05000000000000000000" pitchFamily="2" charset="2"/>
              <a:buChar char="§"/>
            </a:pPr>
            <a:r>
              <a:rPr sz="1800" b="0" dirty="0">
                <a:solidFill>
                  <a:srgbClr val="111827"/>
                </a:solidFill>
                <a:latin typeface="Segoe UI"/>
              </a:rPr>
              <a:t>Build an online platform for renting products and equipment</a:t>
            </a:r>
          </a:p>
          <a:p>
            <a:pPr marL="285750" indent="-285750" algn="just">
              <a:spcBef>
                <a:spcPts val="800"/>
              </a:spcBef>
              <a:buFont typeface="Wingdings" panose="05000000000000000000" pitchFamily="2" charset="2"/>
              <a:buChar char="§"/>
            </a:pPr>
            <a:r>
              <a:rPr sz="1800" b="0" dirty="0">
                <a:solidFill>
                  <a:srgbClr val="111827"/>
                </a:solidFill>
                <a:latin typeface="Segoe UI"/>
              </a:rPr>
              <a:t>Encourage reuse and sharing of resources</a:t>
            </a:r>
          </a:p>
          <a:p>
            <a:pPr marL="285750" indent="-285750" algn="just">
              <a:spcBef>
                <a:spcPts val="800"/>
              </a:spcBef>
              <a:buFont typeface="Wingdings" panose="05000000000000000000" pitchFamily="2" charset="2"/>
              <a:buChar char="§"/>
            </a:pPr>
            <a:r>
              <a:rPr sz="1800" b="0" dirty="0">
                <a:solidFill>
                  <a:srgbClr val="111827"/>
                </a:solidFill>
                <a:latin typeface="Segoe UI"/>
              </a:rPr>
              <a:t>Provide affordable access to items without purchasing</a:t>
            </a:r>
          </a:p>
          <a:p>
            <a:pPr marL="285750" indent="-285750" algn="just">
              <a:spcBef>
                <a:spcPts val="800"/>
              </a:spcBef>
              <a:buFont typeface="Wingdings" panose="05000000000000000000" pitchFamily="2" charset="2"/>
              <a:buChar char="§"/>
            </a:pPr>
            <a:r>
              <a:rPr sz="1800" b="0" dirty="0">
                <a:solidFill>
                  <a:srgbClr val="111827"/>
                </a:solidFill>
                <a:latin typeface="Segoe UI"/>
              </a:rPr>
              <a:t>Allow users to earn money from unused products</a:t>
            </a:r>
          </a:p>
          <a:p>
            <a:pPr marL="285750" indent="-285750" algn="just">
              <a:spcBef>
                <a:spcPts val="800"/>
              </a:spcBef>
              <a:buFont typeface="Wingdings" panose="05000000000000000000" pitchFamily="2" charset="2"/>
              <a:buChar char="§"/>
            </a:pPr>
            <a:r>
              <a:rPr sz="1800" b="0" dirty="0">
                <a:solidFill>
                  <a:srgbClr val="111827"/>
                </a:solidFill>
                <a:latin typeface="Segoe UI"/>
              </a:rPr>
              <a:t>Develop the system using Django web framework</a:t>
            </a:r>
          </a:p>
        </p:txBody>
      </p:sp>
    </p:spTree>
    <p:extLst>
      <p:ext uri="{BB962C8B-B14F-4D97-AF65-F5344CB8AC3E}">
        <p14:creationId xmlns:p14="http://schemas.microsoft.com/office/powerpoint/2010/main" val="3104703624"/>
      </p:ext>
    </p:extLst>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fade">
                                      <p:cBhvr>
                                        <p:cTn id="15" dur="500"/>
                                        <p:tgtEl>
                                          <p:spTgt spid="10">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500"/>
                                        <p:tgtEl>
                                          <p:spTgt spid="10">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Effect transition="in" filter="fade">
                                      <p:cBhvr>
                                        <p:cTn id="21" dur="500"/>
                                        <p:tgtEl>
                                          <p:spTgt spid="10">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xEl>
                                              <p:pRg st="4" end="4"/>
                                            </p:txEl>
                                          </p:spTgt>
                                        </p:tgtEl>
                                        <p:attrNameLst>
                                          <p:attrName>style.visibility</p:attrName>
                                        </p:attrNameLst>
                                      </p:cBhvr>
                                      <p:to>
                                        <p:strVal val="visible"/>
                                      </p:to>
                                    </p:set>
                                    <p:animEffect transition="in" filter="fade">
                                      <p:cBhvr>
                                        <p:cTn id="24" dur="500"/>
                                        <p:tgtEl>
                                          <p:spTgt spid="10">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animEffect transition="in" filter="fade">
                                      <p:cBhvr>
                                        <p:cTn id="27"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14" name="Rounded Rectangle 7">
            <a:extLst>
              <a:ext uri="{FF2B5EF4-FFF2-40B4-BE49-F238E27FC236}">
                <a16:creationId xmlns:a16="http://schemas.microsoft.com/office/drawing/2014/main" id="{B6543764-F257-2B92-60B5-8B0ADD282A87}"/>
              </a:ext>
            </a:extLst>
          </p:cNvPr>
          <p:cNvSpPr/>
          <p:nvPr/>
        </p:nvSpPr>
        <p:spPr>
          <a:xfrm>
            <a:off x="859536" y="1664208"/>
            <a:ext cx="7680960"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8">
            <a:hlinkClick r:id="rId2" action="ppaction://hlinkfile"/>
            <a:extLst>
              <a:ext uri="{FF2B5EF4-FFF2-40B4-BE49-F238E27FC236}">
                <a16:creationId xmlns:a16="http://schemas.microsoft.com/office/drawing/2014/main" id="{01DC2015-B6F7-01EB-6F29-C3A98D76D651}"/>
              </a:ext>
            </a:extLst>
          </p:cNvPr>
          <p:cNvSpPr/>
          <p:nvPr/>
        </p:nvSpPr>
        <p:spPr>
          <a:xfrm>
            <a:off x="804672" y="1609344"/>
            <a:ext cx="7680960"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dirty="0">
                <a:solidFill>
                  <a:srgbClr val="4F46E5"/>
                </a:solidFill>
                <a:latin typeface="Segoe UI"/>
              </a:rPr>
              <a:t>Software Requirements Specification</a:t>
            </a:r>
          </a:p>
        </p:txBody>
      </p:sp>
      <p:sp>
        <p:nvSpPr>
          <p:cNvPr id="10" name="TextBox 9"/>
          <p:cNvSpPr txBox="1"/>
          <p:nvPr/>
        </p:nvSpPr>
        <p:spPr>
          <a:xfrm>
            <a:off x="1152143" y="2296816"/>
            <a:ext cx="3671365" cy="2973275"/>
          </a:xfrm>
          <a:prstGeom prst="rect">
            <a:avLst/>
          </a:prstGeom>
          <a:noFill/>
        </p:spPr>
        <p:txBody>
          <a:bodyPr wrap="square">
            <a:normAutofit lnSpcReduction="10000"/>
          </a:bodyPr>
          <a:lstStyle/>
          <a:p>
            <a:pPr>
              <a:spcAft>
                <a:spcPts val="800"/>
              </a:spcAft>
            </a:pPr>
            <a:r>
              <a:rPr sz="2000" b="1" dirty="0">
                <a:solidFill>
                  <a:srgbClr val="1F2937"/>
                </a:solidFill>
                <a:latin typeface="Segoe UI Bold"/>
              </a:rPr>
              <a:t>Functional Requirements</a:t>
            </a:r>
          </a:p>
          <a:p>
            <a:pPr marL="285750" indent="-285750">
              <a:spcBef>
                <a:spcPts val="600"/>
              </a:spcBef>
              <a:buFont typeface="Wingdings" panose="05000000000000000000" pitchFamily="2" charset="2"/>
              <a:buChar char="§"/>
            </a:pPr>
            <a:r>
              <a:rPr sz="1600" b="0" dirty="0">
                <a:solidFill>
                  <a:srgbClr val="111827"/>
                </a:solidFill>
                <a:latin typeface="Segoe UI"/>
              </a:rPr>
              <a:t>User registration and login system</a:t>
            </a:r>
          </a:p>
          <a:p>
            <a:pPr marL="285750" indent="-285750">
              <a:spcBef>
                <a:spcPts val="600"/>
              </a:spcBef>
              <a:buFont typeface="Wingdings" panose="05000000000000000000" pitchFamily="2" charset="2"/>
              <a:buChar char="§"/>
            </a:pPr>
            <a:r>
              <a:rPr sz="1600" b="0" dirty="0">
                <a:solidFill>
                  <a:srgbClr val="111827"/>
                </a:solidFill>
                <a:latin typeface="Segoe UI"/>
              </a:rPr>
              <a:t>Profile management and user details</a:t>
            </a:r>
          </a:p>
          <a:p>
            <a:pPr marL="285750" indent="-285750">
              <a:spcBef>
                <a:spcPts val="600"/>
              </a:spcBef>
              <a:buFont typeface="Wingdings" panose="05000000000000000000" pitchFamily="2" charset="2"/>
              <a:buChar char="§"/>
            </a:pPr>
            <a:r>
              <a:rPr sz="1600" b="0" dirty="0">
                <a:solidFill>
                  <a:srgbClr val="111827"/>
                </a:solidFill>
                <a:latin typeface="Segoe UI"/>
              </a:rPr>
              <a:t>Item listing for rent with details</a:t>
            </a:r>
          </a:p>
          <a:p>
            <a:pPr marL="285750" indent="-285750">
              <a:spcBef>
                <a:spcPts val="600"/>
              </a:spcBef>
              <a:buFont typeface="Wingdings" panose="05000000000000000000" pitchFamily="2" charset="2"/>
              <a:buChar char="§"/>
            </a:pPr>
            <a:r>
              <a:rPr sz="1600" b="0" dirty="0">
                <a:solidFill>
                  <a:srgbClr val="111827"/>
                </a:solidFill>
                <a:latin typeface="Segoe UI"/>
              </a:rPr>
              <a:t>Browse and search available items</a:t>
            </a:r>
          </a:p>
          <a:p>
            <a:pPr marL="285750" indent="-285750">
              <a:spcBef>
                <a:spcPts val="600"/>
              </a:spcBef>
              <a:buFont typeface="Wingdings" panose="05000000000000000000" pitchFamily="2" charset="2"/>
              <a:buChar char="§"/>
            </a:pPr>
            <a:r>
              <a:rPr sz="1600" b="0" dirty="0">
                <a:solidFill>
                  <a:srgbClr val="111827"/>
                </a:solidFill>
                <a:latin typeface="Segoe UI"/>
              </a:rPr>
              <a:t>Rental booking and scheduling</a:t>
            </a:r>
          </a:p>
          <a:p>
            <a:pPr marL="285750" indent="-285750">
              <a:spcBef>
                <a:spcPts val="600"/>
              </a:spcBef>
              <a:buFont typeface="Wingdings" panose="05000000000000000000" pitchFamily="2" charset="2"/>
              <a:buChar char="§"/>
            </a:pPr>
            <a:r>
              <a:rPr sz="1600" b="0" dirty="0">
                <a:solidFill>
                  <a:srgbClr val="111827"/>
                </a:solidFill>
                <a:latin typeface="Segoe UI"/>
              </a:rPr>
              <a:t>Payment management system</a:t>
            </a:r>
          </a:p>
          <a:p>
            <a:pPr marL="285750" indent="-285750">
              <a:spcBef>
                <a:spcPts val="600"/>
              </a:spcBef>
              <a:buFont typeface="Wingdings" panose="05000000000000000000" pitchFamily="2" charset="2"/>
              <a:buChar char="§"/>
            </a:pPr>
            <a:r>
              <a:rPr sz="1600" b="0" dirty="0">
                <a:solidFill>
                  <a:srgbClr val="111827"/>
                </a:solidFill>
                <a:latin typeface="Segoe UI"/>
              </a:rPr>
              <a:t>Admin approval of item listings</a:t>
            </a:r>
          </a:p>
        </p:txBody>
      </p:sp>
      <p:sp>
        <p:nvSpPr>
          <p:cNvPr id="13" name="TextBox 12"/>
          <p:cNvSpPr txBox="1"/>
          <p:nvPr/>
        </p:nvSpPr>
        <p:spPr>
          <a:xfrm>
            <a:off x="5084064" y="2296816"/>
            <a:ext cx="3328416" cy="2688139"/>
          </a:xfrm>
          <a:prstGeom prst="rect">
            <a:avLst/>
          </a:prstGeom>
          <a:noFill/>
        </p:spPr>
        <p:txBody>
          <a:bodyPr wrap="square">
            <a:normAutofit/>
          </a:bodyPr>
          <a:lstStyle/>
          <a:p>
            <a:pPr>
              <a:spcAft>
                <a:spcPts val="800"/>
              </a:spcAft>
            </a:pPr>
            <a:r>
              <a:rPr sz="2000" b="1" dirty="0">
                <a:solidFill>
                  <a:srgbClr val="1F2937"/>
                </a:solidFill>
                <a:latin typeface="Segoe UI Bold"/>
              </a:rPr>
              <a:t>Non-Functional Requirements</a:t>
            </a:r>
          </a:p>
          <a:p>
            <a:pPr marL="285750" indent="-285750">
              <a:spcBef>
                <a:spcPts val="600"/>
              </a:spcBef>
              <a:buFont typeface="Wingdings" panose="05000000000000000000" pitchFamily="2" charset="2"/>
              <a:buChar char="§"/>
            </a:pPr>
            <a:r>
              <a:rPr sz="1600" b="0" dirty="0">
                <a:solidFill>
                  <a:srgbClr val="111827"/>
                </a:solidFill>
                <a:latin typeface="Segoe UI"/>
              </a:rPr>
              <a:t>Secure authentication and data protection</a:t>
            </a:r>
          </a:p>
          <a:p>
            <a:pPr marL="285750" indent="-285750">
              <a:spcBef>
                <a:spcPts val="600"/>
              </a:spcBef>
              <a:buFont typeface="Wingdings" panose="05000000000000000000" pitchFamily="2" charset="2"/>
              <a:buChar char="§"/>
            </a:pPr>
            <a:r>
              <a:rPr sz="1600" b="0" dirty="0">
                <a:solidFill>
                  <a:srgbClr val="111827"/>
                </a:solidFill>
                <a:latin typeface="Segoe UI"/>
              </a:rPr>
              <a:t>User-friendly interface design</a:t>
            </a:r>
          </a:p>
          <a:p>
            <a:pPr marL="285750" indent="-285750">
              <a:spcBef>
                <a:spcPts val="600"/>
              </a:spcBef>
              <a:buFont typeface="Wingdings" panose="05000000000000000000" pitchFamily="2" charset="2"/>
              <a:buChar char="§"/>
            </a:pPr>
            <a:r>
              <a:rPr sz="1600" b="0" dirty="0">
                <a:solidFill>
                  <a:srgbClr val="111827"/>
                </a:solidFill>
                <a:latin typeface="Segoe UI"/>
              </a:rPr>
              <a:t>Reliable system performance</a:t>
            </a:r>
          </a:p>
          <a:p>
            <a:pPr marL="285750" indent="-285750">
              <a:spcBef>
                <a:spcPts val="600"/>
              </a:spcBef>
              <a:buFont typeface="Wingdings" panose="05000000000000000000" pitchFamily="2" charset="2"/>
              <a:buChar char="§"/>
            </a:pPr>
            <a:r>
              <a:rPr sz="1600" b="0" dirty="0">
                <a:solidFill>
                  <a:srgbClr val="111827"/>
                </a:solidFill>
                <a:latin typeface="Segoe UI"/>
              </a:rPr>
              <a:t>Efficient database management</a:t>
            </a:r>
          </a:p>
        </p:txBody>
      </p:sp>
      <p:sp>
        <p:nvSpPr>
          <p:cNvPr id="7" name="TextBox 6">
            <a:hlinkClick r:id="rId2" action="ppaction://hlinkfile"/>
            <a:extLst>
              <a:ext uri="{FF2B5EF4-FFF2-40B4-BE49-F238E27FC236}">
                <a16:creationId xmlns:a16="http://schemas.microsoft.com/office/drawing/2014/main" id="{3A752AE4-FEF1-7965-3388-50847553EEE8}"/>
              </a:ext>
            </a:extLst>
          </p:cNvPr>
          <p:cNvSpPr txBox="1"/>
          <p:nvPr/>
        </p:nvSpPr>
        <p:spPr>
          <a:xfrm>
            <a:off x="4349004" y="5589295"/>
            <a:ext cx="884903" cy="369332"/>
          </a:xfrm>
          <a:prstGeom prst="rect">
            <a:avLst/>
          </a:prstGeom>
          <a:noFill/>
        </p:spPr>
        <p:txBody>
          <a:bodyPr wrap="square" rtlCol="0">
            <a:spAutoFit/>
          </a:bodyPr>
          <a:lstStyle/>
          <a:p>
            <a:r>
              <a:rPr lang="en-US" dirty="0">
                <a:solidFill>
                  <a:srgbClr val="4F46E5"/>
                </a:solidFill>
                <a:hlinkClick r:id="rId2" action="ppaction://hlinkfile">
                  <a:extLst>
                    <a:ext uri="{A12FA001-AC4F-418D-AE19-62706E023703}">
                      <ahyp:hlinkClr xmlns:ahyp="http://schemas.microsoft.com/office/drawing/2018/hyperlinkcolor" val="tx"/>
                    </a:ext>
                  </a:extLst>
                </a:hlinkClick>
              </a:rPr>
              <a:t>SRS.pdf</a:t>
            </a:r>
            <a:endParaRPr lang="en-IN" dirty="0">
              <a:solidFill>
                <a:srgbClr val="4F46E5"/>
              </a:solidFill>
            </a:endParaRPr>
          </a:p>
        </p:txBody>
      </p:sp>
    </p:spTree>
    <p:extLst>
      <p:ext uri="{BB962C8B-B14F-4D97-AF65-F5344CB8AC3E}">
        <p14:creationId xmlns:p14="http://schemas.microsoft.com/office/powerpoint/2010/main" val="4032426209"/>
      </p:ext>
    </p:extLst>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fade">
                                      <p:cBhvr>
                                        <p:cTn id="10" dur="500"/>
                                        <p:tgtEl>
                                          <p:spTgt spid="10">
                                            <p:txEl>
                                              <p:pRg st="0" end="0"/>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0">
                                            <p:txEl>
                                              <p:pRg st="1" end="1"/>
                                            </p:txEl>
                                          </p:spTgt>
                                        </p:tgtEl>
                                        <p:attrNameLst>
                                          <p:attrName>style.visibility</p:attrName>
                                        </p:attrNameLst>
                                      </p:cBhvr>
                                      <p:to>
                                        <p:strVal val="visible"/>
                                      </p:to>
                                    </p:set>
                                    <p:animEffect transition="in" filter="fade">
                                      <p:cBhvr>
                                        <p:cTn id="14" dur="500"/>
                                        <p:tgtEl>
                                          <p:spTgt spid="10">
                                            <p:txEl>
                                              <p:pRg st="1" end="1"/>
                                            </p:txEl>
                                          </p:spTgt>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500"/>
                                        <p:tgtEl>
                                          <p:spTgt spid="10">
                                            <p:txEl>
                                              <p:pRg st="2" end="2"/>
                                            </p:txEl>
                                          </p:spTgt>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fade">
                                      <p:cBhvr>
                                        <p:cTn id="22" dur="500"/>
                                        <p:tgtEl>
                                          <p:spTgt spid="10">
                                            <p:txEl>
                                              <p:pRg st="3" end="3"/>
                                            </p:txEl>
                                          </p:spTgt>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10">
                                            <p:txEl>
                                              <p:pRg st="4" end="4"/>
                                            </p:txEl>
                                          </p:spTgt>
                                        </p:tgtEl>
                                        <p:attrNameLst>
                                          <p:attrName>style.visibility</p:attrName>
                                        </p:attrNameLst>
                                      </p:cBhvr>
                                      <p:to>
                                        <p:strVal val="visible"/>
                                      </p:to>
                                    </p:set>
                                    <p:animEffect transition="in" filter="fade">
                                      <p:cBhvr>
                                        <p:cTn id="26" dur="500"/>
                                        <p:tgtEl>
                                          <p:spTgt spid="10">
                                            <p:txEl>
                                              <p:pRg st="4" end="4"/>
                                            </p:txEl>
                                          </p:spTgt>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10">
                                            <p:txEl>
                                              <p:pRg st="5" end="5"/>
                                            </p:txEl>
                                          </p:spTgt>
                                        </p:tgtEl>
                                        <p:attrNameLst>
                                          <p:attrName>style.visibility</p:attrName>
                                        </p:attrNameLst>
                                      </p:cBhvr>
                                      <p:to>
                                        <p:strVal val="visible"/>
                                      </p:to>
                                    </p:set>
                                    <p:animEffect transition="in" filter="fade">
                                      <p:cBhvr>
                                        <p:cTn id="30" dur="500"/>
                                        <p:tgtEl>
                                          <p:spTgt spid="10">
                                            <p:txEl>
                                              <p:pRg st="5" end="5"/>
                                            </p:txEl>
                                          </p:spTgt>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10">
                                            <p:txEl>
                                              <p:pRg st="6" end="6"/>
                                            </p:txEl>
                                          </p:spTgt>
                                        </p:tgtEl>
                                        <p:attrNameLst>
                                          <p:attrName>style.visibility</p:attrName>
                                        </p:attrNameLst>
                                      </p:cBhvr>
                                      <p:to>
                                        <p:strVal val="visible"/>
                                      </p:to>
                                    </p:set>
                                    <p:animEffect transition="in" filter="fade">
                                      <p:cBhvr>
                                        <p:cTn id="34" dur="500"/>
                                        <p:tgtEl>
                                          <p:spTgt spid="10">
                                            <p:txEl>
                                              <p:pRg st="6" end="6"/>
                                            </p:txEl>
                                          </p:spTgt>
                                        </p:tgtEl>
                                      </p:cBhvr>
                                    </p:animEffect>
                                  </p:childTnLst>
                                </p:cTn>
                              </p:par>
                            </p:childTnLst>
                          </p:cTn>
                        </p:par>
                        <p:par>
                          <p:cTn id="35" fill="hold">
                            <p:stCondLst>
                              <p:cond delay="3500"/>
                            </p:stCondLst>
                            <p:childTnLst>
                              <p:par>
                                <p:cTn id="36" presetID="10" presetClass="entr" presetSubtype="0" fill="hold" grpId="0" nodeType="afterEffect">
                                  <p:stCondLst>
                                    <p:cond delay="0"/>
                                  </p:stCondLst>
                                  <p:childTnLst>
                                    <p:set>
                                      <p:cBhvr>
                                        <p:cTn id="37" dur="1" fill="hold">
                                          <p:stCondLst>
                                            <p:cond delay="0"/>
                                          </p:stCondLst>
                                        </p:cTn>
                                        <p:tgtEl>
                                          <p:spTgt spid="10">
                                            <p:txEl>
                                              <p:pRg st="7" end="7"/>
                                            </p:txEl>
                                          </p:spTgt>
                                        </p:tgtEl>
                                        <p:attrNameLst>
                                          <p:attrName>style.visibility</p:attrName>
                                        </p:attrNameLst>
                                      </p:cBhvr>
                                      <p:to>
                                        <p:strVal val="visible"/>
                                      </p:to>
                                    </p:set>
                                    <p:animEffect transition="in" filter="fade">
                                      <p:cBhvr>
                                        <p:cTn id="38" dur="500"/>
                                        <p:tgtEl>
                                          <p:spTgt spid="10">
                                            <p:txEl>
                                              <p:pRg st="7" end="7"/>
                                            </p:txEl>
                                          </p:spTgt>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500"/>
                                        <p:tgtEl>
                                          <p:spTgt spid="13">
                                            <p:txEl>
                                              <p:pRg st="0" end="0"/>
                                            </p:txEl>
                                          </p:spTgt>
                                        </p:tgtEl>
                                      </p:cBhvr>
                                    </p:animEffect>
                                  </p:childTnLst>
                                </p:cTn>
                              </p:par>
                            </p:childTnLst>
                          </p:cTn>
                        </p:par>
                        <p:par>
                          <p:cTn id="43" fill="hold">
                            <p:stCondLst>
                              <p:cond delay="4500"/>
                            </p:stCondLst>
                            <p:childTnLst>
                              <p:par>
                                <p:cTn id="44" presetID="10" presetClass="entr" presetSubtype="0" fill="hold" grpId="0" nodeType="afterEffect">
                                  <p:stCondLst>
                                    <p:cond delay="0"/>
                                  </p:stCondLst>
                                  <p:childTnLst>
                                    <p:set>
                                      <p:cBhvr>
                                        <p:cTn id="45" dur="1" fill="hold">
                                          <p:stCondLst>
                                            <p:cond delay="0"/>
                                          </p:stCondLst>
                                        </p:cTn>
                                        <p:tgtEl>
                                          <p:spTgt spid="13">
                                            <p:txEl>
                                              <p:pRg st="1" end="1"/>
                                            </p:txEl>
                                          </p:spTgt>
                                        </p:tgtEl>
                                        <p:attrNameLst>
                                          <p:attrName>style.visibility</p:attrName>
                                        </p:attrNameLst>
                                      </p:cBhvr>
                                      <p:to>
                                        <p:strVal val="visible"/>
                                      </p:to>
                                    </p:set>
                                    <p:animEffect transition="in" filter="fade">
                                      <p:cBhvr>
                                        <p:cTn id="46" dur="500"/>
                                        <p:tgtEl>
                                          <p:spTgt spid="13">
                                            <p:txEl>
                                              <p:pRg st="1" end="1"/>
                                            </p:txEl>
                                          </p:spTgt>
                                        </p:tgtEl>
                                      </p:cBhvr>
                                    </p:animEffect>
                                  </p:childTnLst>
                                </p:cTn>
                              </p:par>
                            </p:childTnLst>
                          </p:cTn>
                        </p:par>
                        <p:par>
                          <p:cTn id="47" fill="hold">
                            <p:stCondLst>
                              <p:cond delay="5000"/>
                            </p:stCondLst>
                            <p:childTnLst>
                              <p:par>
                                <p:cTn id="48" presetID="10" presetClass="entr" presetSubtype="0" fill="hold" grpId="0" nodeType="afterEffect">
                                  <p:stCondLst>
                                    <p:cond delay="0"/>
                                  </p:stCondLst>
                                  <p:childTnLst>
                                    <p:set>
                                      <p:cBhvr>
                                        <p:cTn id="49" dur="1" fill="hold">
                                          <p:stCondLst>
                                            <p:cond delay="0"/>
                                          </p:stCondLst>
                                        </p:cTn>
                                        <p:tgtEl>
                                          <p:spTgt spid="13">
                                            <p:txEl>
                                              <p:pRg st="2" end="2"/>
                                            </p:txEl>
                                          </p:spTgt>
                                        </p:tgtEl>
                                        <p:attrNameLst>
                                          <p:attrName>style.visibility</p:attrName>
                                        </p:attrNameLst>
                                      </p:cBhvr>
                                      <p:to>
                                        <p:strVal val="visible"/>
                                      </p:to>
                                    </p:set>
                                    <p:animEffect transition="in" filter="fade">
                                      <p:cBhvr>
                                        <p:cTn id="50" dur="500"/>
                                        <p:tgtEl>
                                          <p:spTgt spid="13">
                                            <p:txEl>
                                              <p:pRg st="2" end="2"/>
                                            </p:txEl>
                                          </p:spTgt>
                                        </p:tgtEl>
                                      </p:cBhvr>
                                    </p:animEffect>
                                  </p:childTnLst>
                                </p:cTn>
                              </p:par>
                            </p:childTnLst>
                          </p:cTn>
                        </p:par>
                        <p:par>
                          <p:cTn id="51" fill="hold">
                            <p:stCondLst>
                              <p:cond delay="5500"/>
                            </p:stCondLst>
                            <p:childTnLst>
                              <p:par>
                                <p:cTn id="52" presetID="10" presetClass="entr" presetSubtype="0" fill="hold" grpId="0" nodeType="afterEffect">
                                  <p:stCondLst>
                                    <p:cond delay="0"/>
                                  </p:stCondLst>
                                  <p:childTnLst>
                                    <p:set>
                                      <p:cBhvr>
                                        <p:cTn id="53" dur="1" fill="hold">
                                          <p:stCondLst>
                                            <p:cond delay="0"/>
                                          </p:stCondLst>
                                        </p:cTn>
                                        <p:tgtEl>
                                          <p:spTgt spid="13">
                                            <p:txEl>
                                              <p:pRg st="3" end="3"/>
                                            </p:txEl>
                                          </p:spTgt>
                                        </p:tgtEl>
                                        <p:attrNameLst>
                                          <p:attrName>style.visibility</p:attrName>
                                        </p:attrNameLst>
                                      </p:cBhvr>
                                      <p:to>
                                        <p:strVal val="visible"/>
                                      </p:to>
                                    </p:set>
                                    <p:animEffect transition="in" filter="fade">
                                      <p:cBhvr>
                                        <p:cTn id="54" dur="500"/>
                                        <p:tgtEl>
                                          <p:spTgt spid="13">
                                            <p:txEl>
                                              <p:pRg st="3" end="3"/>
                                            </p:txEl>
                                          </p:spTgt>
                                        </p:tgtEl>
                                      </p:cBhvr>
                                    </p:animEffect>
                                  </p:childTnLst>
                                </p:cTn>
                              </p:par>
                            </p:childTnLst>
                          </p:cTn>
                        </p:par>
                        <p:par>
                          <p:cTn id="55" fill="hold">
                            <p:stCondLst>
                              <p:cond delay="6000"/>
                            </p:stCondLst>
                            <p:childTnLst>
                              <p:par>
                                <p:cTn id="56" presetID="10" presetClass="entr" presetSubtype="0" fill="hold" grpId="0" nodeType="afterEffect">
                                  <p:stCondLst>
                                    <p:cond delay="0"/>
                                  </p:stCondLst>
                                  <p:childTnLst>
                                    <p:set>
                                      <p:cBhvr>
                                        <p:cTn id="57" dur="1" fill="hold">
                                          <p:stCondLst>
                                            <p:cond delay="0"/>
                                          </p:stCondLst>
                                        </p:cTn>
                                        <p:tgtEl>
                                          <p:spTgt spid="13">
                                            <p:txEl>
                                              <p:pRg st="4" end="4"/>
                                            </p:txEl>
                                          </p:spTgt>
                                        </p:tgtEl>
                                        <p:attrNameLst>
                                          <p:attrName>style.visibility</p:attrName>
                                        </p:attrNameLst>
                                      </p:cBhvr>
                                      <p:to>
                                        <p:strVal val="visible"/>
                                      </p:to>
                                    </p:set>
                                    <p:animEffect transition="in" filter="fade">
                                      <p:cBhvr>
                                        <p:cTn id="58"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build="allAtOnce"/>
      <p:bldP spid="13"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530572"/>
            <a:ext cx="3540521" cy="584775"/>
          </a:xfrm>
          <a:prstGeom prst="rect">
            <a:avLst/>
          </a:prstGeom>
          <a:noFill/>
        </p:spPr>
        <p:txBody>
          <a:bodyPr wrap="none" anchor="ctr">
            <a:spAutoFit/>
          </a:bodyPr>
          <a:lstStyle/>
          <a:p>
            <a:r>
              <a:rPr sz="3200" b="1" dirty="0">
                <a:solidFill>
                  <a:srgbClr val="4F46E5"/>
                </a:solidFill>
                <a:latin typeface="Segoe UI"/>
              </a:rPr>
              <a:t>Company </a:t>
            </a:r>
            <a:r>
              <a:rPr lang="en-IN" sz="3200" b="1" dirty="0">
                <a:solidFill>
                  <a:srgbClr val="4F46E5"/>
                </a:solidFill>
                <a:latin typeface="Segoe UI" panose="020B0502040204020203" pitchFamily="34" charset="0"/>
                <a:cs typeface="Segoe UI" panose="020B0502040204020203" pitchFamily="34" charset="0"/>
              </a:rPr>
              <a:t>Details</a:t>
            </a:r>
            <a:r>
              <a:rPr lang="en-IN" sz="3200" dirty="0"/>
              <a:t> </a:t>
            </a:r>
            <a:endParaRPr sz="3200" b="1" dirty="0">
              <a:solidFill>
                <a:srgbClr val="4F46E5"/>
              </a:solidFill>
              <a:latin typeface="Segoe UI"/>
            </a:endParaRPr>
          </a:p>
        </p:txBody>
      </p:sp>
      <p:sp>
        <p:nvSpPr>
          <p:cNvPr id="8" name="Rounded Rectangle 7"/>
          <p:cNvSpPr/>
          <p:nvPr/>
        </p:nvSpPr>
        <p:spPr>
          <a:xfrm>
            <a:off x="969264" y="1883664"/>
            <a:ext cx="7680960"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863344"/>
            <a:ext cx="7680960"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1097280" y="2011680"/>
            <a:ext cx="7315200" cy="4206240"/>
          </a:xfrm>
          <a:prstGeom prst="rect">
            <a:avLst/>
          </a:prstGeom>
          <a:noFill/>
        </p:spPr>
        <p:txBody>
          <a:bodyPr wrap="square">
            <a:normAutofit/>
          </a:bodyPr>
          <a:lstStyle/>
          <a:p>
            <a:pPr>
              <a:lnSpc>
                <a:spcPct val="150000"/>
              </a:lnSpc>
              <a:spcBef>
                <a:spcPts val="800"/>
              </a:spcBef>
            </a:pPr>
            <a:r>
              <a:rPr lang="en-IN" b="1" dirty="0">
                <a:latin typeface="Segoe UI" panose="020B0502040204020203" pitchFamily="34" charset="0"/>
                <a:cs typeface="Segoe UI" panose="020B0502040204020203" pitchFamily="34" charset="0"/>
              </a:rPr>
              <a:t>Company Name:</a:t>
            </a:r>
            <a:r>
              <a:rPr lang="en-IN" dirty="0">
                <a:latin typeface="Segoe UI" panose="020B0502040204020203" pitchFamily="34" charset="0"/>
                <a:cs typeface="Segoe UI" panose="020B0502040204020203" pitchFamily="34" charset="0"/>
              </a:rPr>
              <a:t> Sparks To Ideas</a:t>
            </a:r>
          </a:p>
          <a:p>
            <a:pPr>
              <a:lnSpc>
                <a:spcPct val="150000"/>
              </a:lnSpc>
            </a:pPr>
            <a:r>
              <a:rPr lang="en-IN" b="1" dirty="0">
                <a:latin typeface="Segoe UI" panose="020B0502040204020203" pitchFamily="34" charset="0"/>
                <a:cs typeface="Segoe UI" panose="020B0502040204020203" pitchFamily="34" charset="0"/>
              </a:rPr>
              <a:t>Website: </a:t>
            </a:r>
            <a:r>
              <a:rPr lang="en-IN" dirty="0">
                <a:solidFill>
                  <a:srgbClr val="4F46E5"/>
                </a:solidFill>
                <a:latin typeface="Segoe UI" panose="020B0502040204020203" pitchFamily="34" charset="0"/>
                <a:cs typeface="Segoe UI" panose="020B0502040204020203" pitchFamily="34" charset="0"/>
                <a:hlinkClick r:id="rId2">
                  <a:extLst>
                    <a:ext uri="{A12FA001-AC4F-418D-AE19-62706E023703}">
                      <ahyp:hlinkClr xmlns:ahyp="http://schemas.microsoft.com/office/drawing/2018/hyperlinkcolor" val="tx"/>
                    </a:ext>
                  </a:extLst>
                </a:hlinkClick>
              </a:rPr>
              <a:t>https://www.sparkstoideas.com/</a:t>
            </a:r>
            <a:endParaRPr lang="en-IN" dirty="0">
              <a:solidFill>
                <a:srgbClr val="4F46E5"/>
              </a:solidFill>
              <a:latin typeface="Segoe UI" panose="020B0502040204020203" pitchFamily="34" charset="0"/>
              <a:cs typeface="Segoe UI" panose="020B0502040204020203" pitchFamily="34" charset="0"/>
            </a:endParaRPr>
          </a:p>
          <a:p>
            <a:pPr>
              <a:lnSpc>
                <a:spcPct val="150000"/>
              </a:lnSpc>
            </a:pPr>
            <a:r>
              <a:rPr lang="en-IN" b="1" dirty="0">
                <a:latin typeface="Segoe UI" panose="020B0502040204020203" pitchFamily="34" charset="0"/>
                <a:cs typeface="Segoe UI" panose="020B0502040204020203" pitchFamily="34" charset="0"/>
              </a:rPr>
              <a:t>Industry:</a:t>
            </a:r>
            <a:r>
              <a:rPr lang="en-IN" dirty="0">
                <a:latin typeface="Segoe UI" panose="020B0502040204020203" pitchFamily="34" charset="0"/>
                <a:cs typeface="Segoe UI" panose="020B0502040204020203" pitchFamily="34" charset="0"/>
              </a:rPr>
              <a:t> IT Services and Software Development</a:t>
            </a:r>
            <a:br>
              <a:rPr lang="en-IN" dirty="0">
                <a:latin typeface="Segoe UI" panose="020B0502040204020203" pitchFamily="34" charset="0"/>
                <a:cs typeface="Segoe UI" panose="020B0502040204020203" pitchFamily="34" charset="0"/>
              </a:rPr>
            </a:br>
            <a:r>
              <a:rPr lang="en-IN" b="1" dirty="0">
                <a:latin typeface="Segoe UI" panose="020B0502040204020203" pitchFamily="34" charset="0"/>
                <a:cs typeface="Segoe UI" panose="020B0502040204020203" pitchFamily="34" charset="0"/>
              </a:rPr>
              <a:t>Founded:</a:t>
            </a:r>
            <a:r>
              <a:rPr lang="en-IN" dirty="0">
                <a:latin typeface="Segoe UI" panose="020B0502040204020203" pitchFamily="34" charset="0"/>
                <a:cs typeface="Segoe UI" panose="020B0502040204020203" pitchFamily="34" charset="0"/>
              </a:rPr>
              <a:t> 2015</a:t>
            </a:r>
          </a:p>
          <a:p>
            <a:pPr>
              <a:lnSpc>
                <a:spcPct val="150000"/>
              </a:lnSpc>
            </a:pPr>
            <a:r>
              <a:rPr lang="en-IN" b="1" dirty="0">
                <a:latin typeface="Segoe UI" panose="020B0502040204020203" pitchFamily="34" charset="0"/>
                <a:cs typeface="Segoe UI" panose="020B0502040204020203" pitchFamily="34" charset="0"/>
              </a:rPr>
              <a:t>Headquarters:</a:t>
            </a:r>
            <a:r>
              <a:rPr lang="en-IN" dirty="0">
                <a:latin typeface="Segoe UI" panose="020B0502040204020203" pitchFamily="34" charset="0"/>
                <a:cs typeface="Segoe UI" panose="020B0502040204020203" pitchFamily="34" charset="0"/>
              </a:rPr>
              <a:t> Ahmedabad, Gujarat, India</a:t>
            </a:r>
            <a:br>
              <a:rPr lang="en-IN" dirty="0">
                <a:latin typeface="Segoe UI" panose="020B0502040204020203" pitchFamily="34" charset="0"/>
                <a:cs typeface="Segoe UI" panose="020B0502040204020203" pitchFamily="34" charset="0"/>
              </a:rPr>
            </a:br>
            <a:r>
              <a:rPr lang="en-IN" b="1" dirty="0">
                <a:latin typeface="Segoe UI" panose="020B0502040204020203" pitchFamily="34" charset="0"/>
                <a:cs typeface="Segoe UI" panose="020B0502040204020203" pitchFamily="34" charset="0"/>
              </a:rPr>
              <a:t>Services:</a:t>
            </a:r>
            <a:r>
              <a:rPr lang="en-IN" dirty="0">
                <a:latin typeface="Segoe UI" panose="020B0502040204020203" pitchFamily="34" charset="0"/>
                <a:cs typeface="Segoe UI" panose="020B0502040204020203" pitchFamily="34" charset="0"/>
              </a:rPr>
              <a:t> Web Development, Mobile App Development, Software  Solutions, UI/UX Design</a:t>
            </a:r>
            <a:br>
              <a:rPr lang="en-IN" dirty="0">
                <a:latin typeface="Segoe UI" panose="020B0502040204020203" pitchFamily="34" charset="0"/>
                <a:cs typeface="Segoe UI" panose="020B0502040204020203" pitchFamily="34" charset="0"/>
              </a:rPr>
            </a:br>
            <a:r>
              <a:rPr lang="en-IN" b="1" dirty="0">
                <a:latin typeface="Segoe UI" panose="020B0502040204020203" pitchFamily="34" charset="0"/>
                <a:cs typeface="Segoe UI" panose="020B0502040204020203" pitchFamily="34" charset="0"/>
              </a:rPr>
              <a:t>Technologies Used:</a:t>
            </a:r>
            <a:r>
              <a:rPr lang="en-IN" dirty="0">
                <a:latin typeface="Segoe UI" panose="020B0502040204020203" pitchFamily="34" charset="0"/>
                <a:cs typeface="Segoe UI" panose="020B0502040204020203" pitchFamily="34" charset="0"/>
              </a:rPr>
              <a:t> Python, Django, PHP, JavaScript, React, Flutter</a:t>
            </a:r>
            <a:endParaRPr lang="en-US" dirty="0">
              <a:latin typeface="Segoe UI" panose="020B0502040204020203" pitchFamily="34" charset="0"/>
              <a:cs typeface="Segoe UI" panose="020B0502040204020203" pitchFamily="34" charset="0"/>
            </a:endParaRPr>
          </a:p>
          <a:p>
            <a:pPr>
              <a:lnSpc>
                <a:spcPct val="150000"/>
              </a:lnSpc>
            </a:pPr>
            <a:r>
              <a:rPr lang="en-US" b="1" dirty="0">
                <a:latin typeface="Segoe UI" panose="020B0502040204020203" pitchFamily="34" charset="0"/>
                <a:cs typeface="Segoe UI" panose="020B0502040204020203" pitchFamily="34" charset="0"/>
              </a:rPr>
              <a:t>Internship Programs:</a:t>
            </a:r>
            <a:r>
              <a:rPr lang="en-US" dirty="0">
                <a:latin typeface="Segoe UI" panose="020B0502040204020203" pitchFamily="34" charset="0"/>
                <a:cs typeface="Segoe UI" panose="020B0502040204020203" pitchFamily="34" charset="0"/>
              </a:rPr>
              <a:t> Provides practical training and live project internships for students in various technologies</a:t>
            </a:r>
            <a:endParaRPr lang="en-US" b="0" dirty="0">
              <a:solidFill>
                <a:srgbClr val="111827"/>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76750933"/>
      </p:ext>
    </p:extLst>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fade">
                                      <p:cBhvr>
                                        <p:cTn id="15" dur="500"/>
                                        <p:tgtEl>
                                          <p:spTgt spid="10">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Effect transition="in" filter="fade">
                                      <p:cBhvr>
                                        <p:cTn id="19" dur="500"/>
                                        <p:tgtEl>
                                          <p:spTgt spid="10">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500"/>
                                        <p:tgtEl>
                                          <p:spTgt spid="10">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1" name="Rounded Rectangle 7">
            <a:extLst>
              <a:ext uri="{FF2B5EF4-FFF2-40B4-BE49-F238E27FC236}">
                <a16:creationId xmlns:a16="http://schemas.microsoft.com/office/drawing/2014/main" id="{CFD2D74A-2E70-1ABE-FC6C-2FFA9CF4BB98}"/>
              </a:ext>
            </a:extLst>
          </p:cNvPr>
          <p:cNvSpPr/>
          <p:nvPr/>
        </p:nvSpPr>
        <p:spPr>
          <a:xfrm>
            <a:off x="822960" y="1700784"/>
            <a:ext cx="7680960"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8">
            <a:extLst>
              <a:ext uri="{FF2B5EF4-FFF2-40B4-BE49-F238E27FC236}">
                <a16:creationId xmlns:a16="http://schemas.microsoft.com/office/drawing/2014/main" id="{664F5B11-C966-42C1-08E6-DCAB27EBDEDC}"/>
              </a:ext>
            </a:extLst>
          </p:cNvPr>
          <p:cNvSpPr/>
          <p:nvPr/>
        </p:nvSpPr>
        <p:spPr>
          <a:xfrm>
            <a:off x="768096" y="1618488"/>
            <a:ext cx="7680960"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a:solidFill>
                  <a:srgbClr val="4F46E5"/>
                </a:solidFill>
                <a:latin typeface="Segoe UI"/>
              </a:rPr>
              <a:t>Tools and Technologies Used</a:t>
            </a:r>
          </a:p>
        </p:txBody>
      </p:sp>
      <p:sp>
        <p:nvSpPr>
          <p:cNvPr id="10" name="TextBox 9"/>
          <p:cNvSpPr txBox="1"/>
          <p:nvPr/>
        </p:nvSpPr>
        <p:spPr>
          <a:xfrm>
            <a:off x="4702182" y="2261224"/>
            <a:ext cx="3228914" cy="1239062"/>
          </a:xfrm>
          <a:prstGeom prst="rect">
            <a:avLst/>
          </a:prstGeom>
          <a:noFill/>
        </p:spPr>
        <p:txBody>
          <a:bodyPr wrap="square">
            <a:normAutofit fontScale="92500"/>
          </a:bodyPr>
          <a:lstStyle/>
          <a:p>
            <a:pPr>
              <a:spcAft>
                <a:spcPts val="800"/>
              </a:spcAft>
            </a:pPr>
            <a:r>
              <a:rPr sz="2000" b="1" dirty="0">
                <a:solidFill>
                  <a:srgbClr val="1F2937"/>
                </a:solidFill>
                <a:latin typeface="Segoe UI Bold"/>
              </a:rPr>
              <a:t>Backend Development</a:t>
            </a:r>
          </a:p>
          <a:p>
            <a:pPr marL="285750" indent="-285750">
              <a:spcBef>
                <a:spcPts val="600"/>
              </a:spcBef>
              <a:buFont typeface="Wingdings" panose="05000000000000000000" pitchFamily="2" charset="2"/>
              <a:buChar char="§"/>
            </a:pPr>
            <a:r>
              <a:rPr sz="1600" b="0" dirty="0">
                <a:solidFill>
                  <a:srgbClr val="111827"/>
                </a:solidFill>
                <a:latin typeface="Segoe UI"/>
              </a:rPr>
              <a:t>Python programming language</a:t>
            </a:r>
          </a:p>
          <a:p>
            <a:pPr marL="285750" indent="-285750">
              <a:spcBef>
                <a:spcPts val="600"/>
              </a:spcBef>
              <a:buFont typeface="Wingdings" panose="05000000000000000000" pitchFamily="2" charset="2"/>
              <a:buChar char="§"/>
            </a:pPr>
            <a:r>
              <a:rPr sz="1600" b="0" dirty="0">
                <a:solidFill>
                  <a:srgbClr val="111827"/>
                </a:solidFill>
                <a:latin typeface="Segoe UI"/>
              </a:rPr>
              <a:t>Django web framework</a:t>
            </a:r>
          </a:p>
        </p:txBody>
      </p:sp>
      <p:sp>
        <p:nvSpPr>
          <p:cNvPr id="13" name="TextBox 12"/>
          <p:cNvSpPr txBox="1"/>
          <p:nvPr/>
        </p:nvSpPr>
        <p:spPr>
          <a:xfrm>
            <a:off x="1343086" y="2261224"/>
            <a:ext cx="3228914" cy="1527933"/>
          </a:xfrm>
          <a:prstGeom prst="rect">
            <a:avLst/>
          </a:prstGeom>
          <a:noFill/>
        </p:spPr>
        <p:txBody>
          <a:bodyPr wrap="square">
            <a:normAutofit fontScale="92500" lnSpcReduction="20000"/>
          </a:bodyPr>
          <a:lstStyle/>
          <a:p>
            <a:pPr>
              <a:lnSpc>
                <a:spcPct val="120000"/>
              </a:lnSpc>
              <a:spcAft>
                <a:spcPts val="800"/>
              </a:spcAft>
            </a:pPr>
            <a:r>
              <a:rPr sz="2000" b="1" dirty="0">
                <a:solidFill>
                  <a:srgbClr val="1F2937"/>
                </a:solidFill>
                <a:latin typeface="Segoe UI Bold"/>
              </a:rPr>
              <a:t>Frontend Development</a:t>
            </a:r>
          </a:p>
          <a:p>
            <a:pPr marL="285750" indent="-285750">
              <a:spcBef>
                <a:spcPts val="600"/>
              </a:spcBef>
              <a:buFont typeface="Wingdings" panose="05000000000000000000" pitchFamily="2" charset="2"/>
              <a:buChar char="§"/>
            </a:pPr>
            <a:r>
              <a:rPr sz="1600" b="0" dirty="0">
                <a:solidFill>
                  <a:srgbClr val="111827"/>
                </a:solidFill>
                <a:latin typeface="Segoe UI"/>
              </a:rPr>
              <a:t>HTML for structure</a:t>
            </a:r>
          </a:p>
          <a:p>
            <a:pPr marL="285750" indent="-285750">
              <a:spcBef>
                <a:spcPts val="600"/>
              </a:spcBef>
              <a:buFont typeface="Wingdings" panose="05000000000000000000" pitchFamily="2" charset="2"/>
              <a:buChar char="§"/>
            </a:pPr>
            <a:r>
              <a:rPr sz="1600" b="0" dirty="0">
                <a:solidFill>
                  <a:srgbClr val="111827"/>
                </a:solidFill>
                <a:latin typeface="Segoe UI"/>
              </a:rPr>
              <a:t>CSS for styling</a:t>
            </a:r>
          </a:p>
          <a:p>
            <a:pPr marL="285750" indent="-285750">
              <a:spcBef>
                <a:spcPts val="600"/>
              </a:spcBef>
              <a:buFont typeface="Wingdings" panose="05000000000000000000" pitchFamily="2" charset="2"/>
              <a:buChar char="§"/>
            </a:pPr>
            <a:r>
              <a:rPr lang="en-IN" sz="1600" dirty="0">
                <a:latin typeface="Segoe UI" panose="020B0502040204020203" pitchFamily="34" charset="0"/>
                <a:cs typeface="Segoe UI" panose="020B0502040204020203" pitchFamily="34" charset="0"/>
              </a:rPr>
              <a:t>Tailwind CSS</a:t>
            </a:r>
          </a:p>
          <a:p>
            <a:pPr marL="285750" indent="-285750">
              <a:spcBef>
                <a:spcPts val="600"/>
              </a:spcBef>
              <a:buFont typeface="Wingdings" panose="05000000000000000000" pitchFamily="2" charset="2"/>
              <a:buChar char="§"/>
            </a:pPr>
            <a:r>
              <a:rPr sz="1600" b="0" dirty="0">
                <a:solidFill>
                  <a:srgbClr val="111827"/>
                </a:solidFill>
                <a:latin typeface="Segoe UI"/>
              </a:rPr>
              <a:t>JavaScript for interactivity</a:t>
            </a:r>
          </a:p>
        </p:txBody>
      </p:sp>
      <p:sp>
        <p:nvSpPr>
          <p:cNvPr id="16" name="TextBox 15"/>
          <p:cNvSpPr txBox="1"/>
          <p:nvPr/>
        </p:nvSpPr>
        <p:spPr>
          <a:xfrm>
            <a:off x="1343086" y="4113622"/>
            <a:ext cx="3228914" cy="1527933"/>
          </a:xfrm>
          <a:prstGeom prst="rect">
            <a:avLst/>
          </a:prstGeom>
          <a:noFill/>
        </p:spPr>
        <p:txBody>
          <a:bodyPr wrap="square">
            <a:normAutofit/>
          </a:bodyPr>
          <a:lstStyle/>
          <a:p>
            <a:pPr>
              <a:spcAft>
                <a:spcPts val="800"/>
              </a:spcAft>
            </a:pPr>
            <a:r>
              <a:rPr sz="2000" b="1" dirty="0">
                <a:solidFill>
                  <a:srgbClr val="1F2937"/>
                </a:solidFill>
                <a:latin typeface="Segoe UI Bold"/>
              </a:rPr>
              <a:t>Database &amp; Tools</a:t>
            </a:r>
          </a:p>
          <a:p>
            <a:pPr marL="285750" indent="-285750">
              <a:spcBef>
                <a:spcPts val="600"/>
              </a:spcBef>
              <a:buFont typeface="Wingdings" panose="05000000000000000000" pitchFamily="2" charset="2"/>
              <a:buChar char="§"/>
            </a:pPr>
            <a:r>
              <a:rPr sz="1600" b="0" dirty="0">
                <a:solidFill>
                  <a:srgbClr val="111827"/>
                </a:solidFill>
                <a:latin typeface="Segoe UI"/>
              </a:rPr>
              <a:t>SQLite or MySQL database</a:t>
            </a:r>
          </a:p>
          <a:p>
            <a:pPr marL="285750" indent="-285750">
              <a:spcBef>
                <a:spcPts val="600"/>
              </a:spcBef>
              <a:buFont typeface="Wingdings" panose="05000000000000000000" pitchFamily="2" charset="2"/>
              <a:buChar char="§"/>
            </a:pPr>
            <a:r>
              <a:rPr sz="1600" b="0" dirty="0">
                <a:solidFill>
                  <a:srgbClr val="111827"/>
                </a:solidFill>
                <a:latin typeface="Segoe UI"/>
              </a:rPr>
              <a:t>Visual Studio Code editor</a:t>
            </a:r>
          </a:p>
          <a:p>
            <a:pPr marL="285750" indent="-285750">
              <a:spcBef>
                <a:spcPts val="600"/>
              </a:spcBef>
              <a:buFont typeface="Wingdings" panose="05000000000000000000" pitchFamily="2" charset="2"/>
              <a:buChar char="§"/>
            </a:pPr>
            <a:r>
              <a:rPr sz="1600" b="0" dirty="0">
                <a:solidFill>
                  <a:srgbClr val="111827"/>
                </a:solidFill>
                <a:latin typeface="Segoe UI"/>
              </a:rPr>
              <a:t>Git for version control</a:t>
            </a: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3"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17" name="Rounded Rectangle 7">
            <a:extLst>
              <a:ext uri="{FF2B5EF4-FFF2-40B4-BE49-F238E27FC236}">
                <a16:creationId xmlns:a16="http://schemas.microsoft.com/office/drawing/2014/main" id="{4A9EF3B9-B679-D002-5D9C-1692F4117959}"/>
              </a:ext>
            </a:extLst>
          </p:cNvPr>
          <p:cNvSpPr/>
          <p:nvPr/>
        </p:nvSpPr>
        <p:spPr>
          <a:xfrm>
            <a:off x="822960" y="1700784"/>
            <a:ext cx="7680960"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8">
            <a:extLst>
              <a:ext uri="{FF2B5EF4-FFF2-40B4-BE49-F238E27FC236}">
                <a16:creationId xmlns:a16="http://schemas.microsoft.com/office/drawing/2014/main" id="{0A965BF0-8051-E456-07A5-AFCA08230BEB}"/>
              </a:ext>
            </a:extLst>
          </p:cNvPr>
          <p:cNvSpPr/>
          <p:nvPr/>
        </p:nvSpPr>
        <p:spPr>
          <a:xfrm>
            <a:off x="768096" y="1618488"/>
            <a:ext cx="7680960"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a:solidFill>
                  <a:srgbClr val="4F46E5"/>
                </a:solidFill>
                <a:latin typeface="Segoe UI"/>
              </a:rPr>
              <a:t>Key Functionalities and Features</a:t>
            </a:r>
          </a:p>
        </p:txBody>
      </p:sp>
      <p:sp>
        <p:nvSpPr>
          <p:cNvPr id="10" name="TextBox 9"/>
          <p:cNvSpPr txBox="1"/>
          <p:nvPr/>
        </p:nvSpPr>
        <p:spPr>
          <a:xfrm>
            <a:off x="1097280" y="1700784"/>
            <a:ext cx="5922952" cy="1822901"/>
          </a:xfrm>
          <a:prstGeom prst="rect">
            <a:avLst/>
          </a:prstGeom>
          <a:noFill/>
        </p:spPr>
        <p:txBody>
          <a:bodyPr wrap="square">
            <a:normAutofit/>
          </a:bodyPr>
          <a:lstStyle/>
          <a:p>
            <a:pPr>
              <a:lnSpc>
                <a:spcPct val="120000"/>
              </a:lnSpc>
              <a:spcAft>
                <a:spcPts val="600"/>
              </a:spcAft>
            </a:pPr>
            <a:r>
              <a:rPr sz="2000" b="1" dirty="0">
                <a:solidFill>
                  <a:srgbClr val="1F2937"/>
                </a:solidFill>
                <a:latin typeface="Segoe UI Bold"/>
              </a:rPr>
              <a:t>User Features</a:t>
            </a:r>
          </a:p>
          <a:p>
            <a:pPr marL="285750" indent="-285750">
              <a:lnSpc>
                <a:spcPct val="120000"/>
              </a:lnSpc>
              <a:buFont typeface="Wingdings" panose="05000000000000000000" pitchFamily="2" charset="2"/>
              <a:buChar char="§"/>
            </a:pPr>
            <a:r>
              <a:rPr sz="1500" b="0" dirty="0">
                <a:solidFill>
                  <a:srgbClr val="111827"/>
                </a:solidFill>
                <a:latin typeface="Segoe UI"/>
              </a:rPr>
              <a:t>Register and login to the platform</a:t>
            </a:r>
            <a:endParaRPr lang="en-IN" sz="1500" b="0" dirty="0">
              <a:solidFill>
                <a:srgbClr val="111827"/>
              </a:solidFill>
              <a:latin typeface="Segoe UI"/>
            </a:endParaRPr>
          </a:p>
          <a:p>
            <a:pPr marL="285750" indent="-285750">
              <a:lnSpc>
                <a:spcPct val="120000"/>
              </a:lnSpc>
              <a:buFont typeface="Wingdings" panose="05000000000000000000" pitchFamily="2" charset="2"/>
              <a:buChar char="§"/>
            </a:pPr>
            <a:r>
              <a:rPr sz="1500" b="0" dirty="0">
                <a:solidFill>
                  <a:srgbClr val="111827"/>
                </a:solidFill>
                <a:latin typeface="Segoe UI"/>
              </a:rPr>
              <a:t>Manage user profile and details</a:t>
            </a:r>
            <a:endParaRPr lang="en-IN" sz="1500" b="0" dirty="0">
              <a:solidFill>
                <a:srgbClr val="111827"/>
              </a:solidFill>
              <a:latin typeface="Segoe UI"/>
            </a:endParaRPr>
          </a:p>
          <a:p>
            <a:pPr marL="285750" indent="-285750">
              <a:lnSpc>
                <a:spcPct val="120000"/>
              </a:lnSpc>
              <a:buFont typeface="Wingdings" panose="05000000000000000000" pitchFamily="2" charset="2"/>
              <a:buChar char="§"/>
            </a:pPr>
            <a:r>
              <a:rPr sz="1500" b="0" dirty="0">
                <a:solidFill>
                  <a:srgbClr val="111827"/>
                </a:solidFill>
                <a:latin typeface="Segoe UI"/>
              </a:rPr>
              <a:t>Browse available items for rent</a:t>
            </a:r>
            <a:endParaRPr lang="en-IN" sz="1500" b="0" dirty="0">
              <a:solidFill>
                <a:srgbClr val="111827"/>
              </a:solidFill>
              <a:latin typeface="Segoe UI"/>
            </a:endParaRPr>
          </a:p>
          <a:p>
            <a:pPr marL="285750" indent="-285750">
              <a:lnSpc>
                <a:spcPct val="120000"/>
              </a:lnSpc>
              <a:buFont typeface="Wingdings" panose="05000000000000000000" pitchFamily="2" charset="2"/>
              <a:buChar char="§"/>
            </a:pPr>
            <a:r>
              <a:rPr sz="1500" b="0" dirty="0">
                <a:solidFill>
                  <a:srgbClr val="111827"/>
                </a:solidFill>
                <a:latin typeface="Segoe UI"/>
              </a:rPr>
              <a:t>Book items for rental periods</a:t>
            </a:r>
          </a:p>
        </p:txBody>
      </p:sp>
      <p:sp>
        <p:nvSpPr>
          <p:cNvPr id="13" name="TextBox 12"/>
          <p:cNvSpPr txBox="1"/>
          <p:nvPr/>
        </p:nvSpPr>
        <p:spPr>
          <a:xfrm>
            <a:off x="1113700" y="3368482"/>
            <a:ext cx="5519338" cy="1488604"/>
          </a:xfrm>
          <a:prstGeom prst="rect">
            <a:avLst/>
          </a:prstGeom>
          <a:noFill/>
        </p:spPr>
        <p:txBody>
          <a:bodyPr wrap="square">
            <a:normAutofit/>
          </a:bodyPr>
          <a:lstStyle/>
          <a:p>
            <a:pPr>
              <a:spcAft>
                <a:spcPts val="800"/>
              </a:spcAft>
            </a:pPr>
            <a:r>
              <a:rPr sz="2000" b="1" dirty="0">
                <a:solidFill>
                  <a:srgbClr val="1F2937"/>
                </a:solidFill>
                <a:latin typeface="Segoe UI Bold"/>
              </a:rPr>
              <a:t>Owner Features</a:t>
            </a:r>
          </a:p>
          <a:p>
            <a:pPr marL="285750" indent="-285750">
              <a:buFont typeface="Wingdings" panose="05000000000000000000" pitchFamily="2" charset="2"/>
              <a:buChar char="§"/>
            </a:pPr>
            <a:r>
              <a:rPr sz="1500" b="0" dirty="0">
                <a:solidFill>
                  <a:srgbClr val="111827"/>
                </a:solidFill>
                <a:latin typeface="Segoe UI"/>
              </a:rPr>
              <a:t>List items for rent with details</a:t>
            </a:r>
            <a:endParaRPr lang="en-IN" sz="1500" b="0" dirty="0">
              <a:solidFill>
                <a:srgbClr val="111827"/>
              </a:solidFill>
              <a:latin typeface="Segoe UI"/>
            </a:endParaRPr>
          </a:p>
          <a:p>
            <a:pPr marL="285750" indent="-285750">
              <a:buFont typeface="Wingdings" panose="05000000000000000000" pitchFamily="2" charset="2"/>
              <a:buChar char="§"/>
            </a:pPr>
            <a:r>
              <a:rPr sz="1500" b="0" dirty="0">
                <a:solidFill>
                  <a:srgbClr val="111827"/>
                </a:solidFill>
                <a:latin typeface="Segoe UI"/>
              </a:rPr>
              <a:t>Upload item descriptions and images</a:t>
            </a:r>
            <a:endParaRPr lang="en-IN" sz="1500" b="0" dirty="0">
              <a:solidFill>
                <a:srgbClr val="111827"/>
              </a:solidFill>
              <a:latin typeface="Segoe UI"/>
            </a:endParaRPr>
          </a:p>
          <a:p>
            <a:pPr marL="285750" indent="-285750">
              <a:buFont typeface="Wingdings" panose="05000000000000000000" pitchFamily="2" charset="2"/>
              <a:buChar char="§"/>
            </a:pPr>
            <a:r>
              <a:rPr sz="1500" b="0" dirty="0">
                <a:solidFill>
                  <a:srgbClr val="111827"/>
                </a:solidFill>
                <a:latin typeface="Segoe UI"/>
              </a:rPr>
              <a:t>Manage and update listed products</a:t>
            </a:r>
          </a:p>
        </p:txBody>
      </p:sp>
      <p:sp>
        <p:nvSpPr>
          <p:cNvPr id="16" name="TextBox 15"/>
          <p:cNvSpPr txBox="1"/>
          <p:nvPr/>
        </p:nvSpPr>
        <p:spPr>
          <a:xfrm>
            <a:off x="1185033" y="4624283"/>
            <a:ext cx="5519338" cy="1488604"/>
          </a:xfrm>
          <a:prstGeom prst="rect">
            <a:avLst/>
          </a:prstGeom>
          <a:noFill/>
        </p:spPr>
        <p:txBody>
          <a:bodyPr wrap="square">
            <a:normAutofit/>
          </a:bodyPr>
          <a:lstStyle/>
          <a:p>
            <a:pPr>
              <a:spcAft>
                <a:spcPts val="800"/>
              </a:spcAft>
            </a:pPr>
            <a:r>
              <a:rPr sz="2000" b="1" dirty="0">
                <a:solidFill>
                  <a:srgbClr val="1F2937"/>
                </a:solidFill>
                <a:latin typeface="Segoe UI Bold"/>
              </a:rPr>
              <a:t>Admin Features</a:t>
            </a:r>
          </a:p>
          <a:p>
            <a:pPr marL="285750" indent="-285750">
              <a:buFont typeface="Wingdings" panose="05000000000000000000" pitchFamily="2" charset="2"/>
              <a:buChar char="§"/>
            </a:pPr>
            <a:r>
              <a:rPr sz="1500" b="0" dirty="0">
                <a:solidFill>
                  <a:srgbClr val="111827"/>
                </a:solidFill>
                <a:latin typeface="Segoe UI"/>
              </a:rPr>
              <a:t>Manage user accounts</a:t>
            </a:r>
            <a:endParaRPr lang="en-IN" sz="1500" b="0" dirty="0">
              <a:solidFill>
                <a:srgbClr val="111827"/>
              </a:solidFill>
              <a:latin typeface="Segoe UI"/>
            </a:endParaRPr>
          </a:p>
          <a:p>
            <a:pPr marL="285750" indent="-285750">
              <a:buFont typeface="Wingdings" panose="05000000000000000000" pitchFamily="2" charset="2"/>
              <a:buChar char="§"/>
            </a:pPr>
            <a:r>
              <a:rPr sz="1500" b="0" dirty="0">
                <a:solidFill>
                  <a:srgbClr val="111827"/>
                </a:solidFill>
                <a:latin typeface="Segoe UI"/>
              </a:rPr>
              <a:t>Approve item listings</a:t>
            </a:r>
            <a:endParaRPr lang="en-IN" sz="1500" b="0" dirty="0">
              <a:solidFill>
                <a:srgbClr val="111827"/>
              </a:solidFill>
              <a:latin typeface="Segoe UI"/>
            </a:endParaRPr>
          </a:p>
          <a:p>
            <a:pPr marL="285750" indent="-285750">
              <a:buFont typeface="Wingdings" panose="05000000000000000000" pitchFamily="2" charset="2"/>
              <a:buChar char="§"/>
            </a:pPr>
            <a:r>
              <a:rPr sz="1500" b="0" dirty="0">
                <a:solidFill>
                  <a:srgbClr val="111827"/>
                </a:solidFill>
                <a:latin typeface="Segoe UI"/>
              </a:rPr>
              <a:t>Monitor rental transactions</a:t>
            </a: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3"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dirty="0">
                <a:solidFill>
                  <a:srgbClr val="4F46E5"/>
                </a:solidFill>
                <a:latin typeface="Segoe UI"/>
              </a:rPr>
              <a:t>Progress Overview</a:t>
            </a:r>
          </a:p>
        </p:txBody>
      </p:sp>
      <p:sp>
        <p:nvSpPr>
          <p:cNvPr id="7" name="TextBox 6"/>
          <p:cNvSpPr txBox="1"/>
          <p:nvPr/>
        </p:nvSpPr>
        <p:spPr>
          <a:xfrm>
            <a:off x="8412480" y="6217920"/>
            <a:ext cx="731520" cy="457200"/>
          </a:xfrm>
          <a:prstGeom prst="rect">
            <a:avLst/>
          </a:prstGeom>
          <a:noFill/>
        </p:spPr>
        <p:txBody>
          <a:bodyPr wrap="none">
            <a:spAutoFit/>
          </a:bodyPr>
          <a:lstStyle/>
          <a:p>
            <a:pPr algn="r"/>
            <a:r>
              <a:rPr sz="1200" b="0">
                <a:solidFill>
                  <a:srgbClr val="6B7280"/>
                </a:solidFill>
                <a:latin typeface="Segoe UI"/>
              </a:rPr>
              <a:t>10/15</a:t>
            </a:r>
          </a:p>
        </p:txBody>
      </p:sp>
      <p:sp>
        <p:nvSpPr>
          <p:cNvPr id="8" name="Rounded Rectangle 7"/>
          <p:cNvSpPr/>
          <p:nvPr/>
        </p:nvSpPr>
        <p:spPr>
          <a:xfrm>
            <a:off x="969264" y="1883664"/>
            <a:ext cx="3749039"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828800"/>
            <a:ext cx="3749039"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011680"/>
            <a:ext cx="3383279" cy="4206240"/>
          </a:xfrm>
          <a:prstGeom prst="rect">
            <a:avLst/>
          </a:prstGeom>
          <a:noFill/>
        </p:spPr>
        <p:txBody>
          <a:bodyPr wrap="square">
            <a:normAutofit/>
          </a:bodyPr>
          <a:lstStyle/>
          <a:p>
            <a:pPr algn="just">
              <a:spcAft>
                <a:spcPts val="800"/>
              </a:spcAft>
            </a:pPr>
            <a:r>
              <a:rPr sz="2000" b="1" dirty="0">
                <a:solidFill>
                  <a:srgbClr val="1F2937"/>
                </a:solidFill>
                <a:latin typeface="Segoe UI Bold"/>
              </a:rPr>
              <a:t>Completed</a:t>
            </a:r>
          </a:p>
          <a:p>
            <a:pPr marL="285750" indent="-285750" algn="just">
              <a:spcBef>
                <a:spcPts val="600"/>
              </a:spcBef>
              <a:buFont typeface="Wingdings" panose="05000000000000000000" pitchFamily="2" charset="2"/>
              <a:buChar char="§"/>
            </a:pPr>
            <a:r>
              <a:rPr sz="1600" b="0" dirty="0">
                <a:solidFill>
                  <a:srgbClr val="111827"/>
                </a:solidFill>
                <a:latin typeface="Segoe UI"/>
              </a:rPr>
              <a:t>The project has reached a significant stage with most core features completed and tested. The system is now ready for final integrations and improvements.</a:t>
            </a:r>
          </a:p>
          <a:p>
            <a:pPr marL="285750" indent="-285750" algn="just">
              <a:spcBef>
                <a:spcPts val="600"/>
              </a:spcBef>
              <a:buFont typeface="Wingdings" panose="05000000000000000000" pitchFamily="2" charset="2"/>
              <a:buChar char="§"/>
            </a:pPr>
            <a:r>
              <a:rPr sz="1600" b="0" dirty="0">
                <a:solidFill>
                  <a:srgbClr val="111827"/>
                </a:solidFill>
                <a:latin typeface="Segoe UI"/>
              </a:rPr>
              <a:t>System design and architecture</a:t>
            </a:r>
          </a:p>
          <a:p>
            <a:pPr marL="285750" indent="-285750" algn="just">
              <a:spcBef>
                <a:spcPts val="600"/>
              </a:spcBef>
              <a:buFont typeface="Wingdings" panose="05000000000000000000" pitchFamily="2" charset="2"/>
              <a:buChar char="§"/>
            </a:pPr>
            <a:r>
              <a:rPr sz="1600" b="0" dirty="0">
                <a:solidFill>
                  <a:srgbClr val="111827"/>
                </a:solidFill>
                <a:latin typeface="Segoe UI"/>
              </a:rPr>
              <a:t>User authentication module</a:t>
            </a:r>
          </a:p>
          <a:p>
            <a:pPr marL="285750" indent="-285750" algn="just">
              <a:spcBef>
                <a:spcPts val="600"/>
              </a:spcBef>
              <a:buFont typeface="Wingdings" panose="05000000000000000000" pitchFamily="2" charset="2"/>
              <a:buChar char="§"/>
            </a:pPr>
            <a:r>
              <a:rPr lang="en-IN" sz="1600" dirty="0">
                <a:solidFill>
                  <a:srgbClr val="111827"/>
                </a:solidFill>
                <a:latin typeface="Segoe UI"/>
              </a:rPr>
              <a:t>I</a:t>
            </a:r>
            <a:r>
              <a:rPr sz="1600" b="0" dirty="0" err="1">
                <a:solidFill>
                  <a:srgbClr val="111827"/>
                </a:solidFill>
                <a:latin typeface="Segoe UI"/>
              </a:rPr>
              <a:t>tem</a:t>
            </a:r>
            <a:r>
              <a:rPr sz="1600" b="0" dirty="0">
                <a:solidFill>
                  <a:srgbClr val="111827"/>
                </a:solidFill>
                <a:latin typeface="Segoe UI"/>
              </a:rPr>
              <a:t> listing functionality</a:t>
            </a:r>
          </a:p>
          <a:p>
            <a:pPr marL="285750" indent="-285750" algn="just">
              <a:spcBef>
                <a:spcPts val="600"/>
              </a:spcBef>
              <a:buFont typeface="Wingdings" panose="05000000000000000000" pitchFamily="2" charset="2"/>
              <a:buChar char="§"/>
            </a:pPr>
            <a:r>
              <a:rPr sz="1600" b="0" dirty="0">
                <a:solidFill>
                  <a:srgbClr val="111827"/>
                </a:solidFill>
                <a:latin typeface="Segoe UI"/>
              </a:rPr>
              <a:t>Product browsing system</a:t>
            </a:r>
          </a:p>
          <a:p>
            <a:pPr marL="285750" indent="-285750" algn="just">
              <a:spcBef>
                <a:spcPts val="600"/>
              </a:spcBef>
              <a:buFont typeface="Wingdings" panose="05000000000000000000" pitchFamily="2" charset="2"/>
              <a:buChar char="§"/>
            </a:pPr>
            <a:r>
              <a:rPr sz="1600" b="0" dirty="0">
                <a:solidFill>
                  <a:srgbClr val="111827"/>
                </a:solidFill>
                <a:latin typeface="Segoe UI"/>
              </a:rPr>
              <a:t>Rental booking module</a:t>
            </a:r>
          </a:p>
          <a:p>
            <a:pPr marL="285750" indent="-285750" algn="just">
              <a:spcBef>
                <a:spcPts val="600"/>
              </a:spcBef>
              <a:buFont typeface="Wingdings" panose="05000000000000000000" pitchFamily="2" charset="2"/>
              <a:buChar char="§"/>
            </a:pPr>
            <a:r>
              <a:rPr sz="1600" b="0" dirty="0">
                <a:solidFill>
                  <a:srgbClr val="111827"/>
                </a:solidFill>
                <a:latin typeface="Segoe UI"/>
              </a:rPr>
              <a:t>Admin panel implementation</a:t>
            </a:r>
          </a:p>
        </p:txBody>
      </p:sp>
      <p:sp>
        <p:nvSpPr>
          <p:cNvPr id="11" name="Rounded Rectangle 10"/>
          <p:cNvSpPr/>
          <p:nvPr/>
        </p:nvSpPr>
        <p:spPr>
          <a:xfrm>
            <a:off x="4901184" y="1883664"/>
            <a:ext cx="3749039"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846320" y="1828800"/>
            <a:ext cx="3749039"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0" y="2011680"/>
            <a:ext cx="3383279" cy="4206240"/>
          </a:xfrm>
          <a:prstGeom prst="rect">
            <a:avLst/>
          </a:prstGeom>
          <a:noFill/>
        </p:spPr>
        <p:txBody>
          <a:bodyPr wrap="square">
            <a:normAutofit/>
          </a:bodyPr>
          <a:lstStyle/>
          <a:p>
            <a:pPr>
              <a:spcAft>
                <a:spcPts val="800"/>
              </a:spcAft>
            </a:pPr>
            <a:r>
              <a:rPr sz="2000" b="1" dirty="0">
                <a:solidFill>
                  <a:srgbClr val="1F2937"/>
                </a:solidFill>
                <a:latin typeface="Segoe UI Bold"/>
              </a:rPr>
              <a:t>Ongoing</a:t>
            </a:r>
          </a:p>
          <a:p>
            <a:pPr marL="285750" indent="-285750">
              <a:spcBef>
                <a:spcPts val="600"/>
              </a:spcBef>
              <a:buFont typeface="Wingdings" panose="05000000000000000000" pitchFamily="2" charset="2"/>
              <a:buChar char="§"/>
            </a:pPr>
            <a:r>
              <a:rPr sz="1600" b="0" dirty="0">
                <a:solidFill>
                  <a:srgbClr val="111827"/>
                </a:solidFill>
                <a:latin typeface="Segoe UI"/>
              </a:rPr>
              <a:t>Payment integration with secure </a:t>
            </a:r>
            <a:r>
              <a:rPr lang="en-IN" sz="1600" dirty="0">
                <a:solidFill>
                  <a:srgbClr val="111827"/>
                </a:solidFill>
                <a:latin typeface="Segoe UI"/>
              </a:rPr>
              <a:t>    </a:t>
            </a:r>
            <a:r>
              <a:rPr sz="1600" b="0" dirty="0">
                <a:solidFill>
                  <a:srgbClr val="111827"/>
                </a:solidFill>
                <a:latin typeface="Segoe UI"/>
              </a:rPr>
              <a:t>gateway</a:t>
            </a:r>
          </a:p>
          <a:p>
            <a:pPr marL="285750" indent="-285750">
              <a:spcBef>
                <a:spcPts val="600"/>
              </a:spcBef>
              <a:buFont typeface="Wingdings" panose="05000000000000000000" pitchFamily="2" charset="2"/>
              <a:buChar char="§"/>
            </a:pPr>
            <a:r>
              <a:rPr sz="1600" b="0" dirty="0">
                <a:solidFill>
                  <a:srgbClr val="111827"/>
                </a:solidFill>
                <a:latin typeface="Segoe UI"/>
              </a:rPr>
              <a:t>User interface improvements</a:t>
            </a:r>
          </a:p>
          <a:p>
            <a:pPr marL="285750" indent="-285750">
              <a:spcBef>
                <a:spcPts val="600"/>
              </a:spcBef>
              <a:buFont typeface="Wingdings" panose="05000000000000000000" pitchFamily="2" charset="2"/>
              <a:buChar char="§"/>
            </a:pPr>
            <a:r>
              <a:rPr sz="1600" b="0" dirty="0">
                <a:solidFill>
                  <a:srgbClr val="111827"/>
                </a:solidFill>
                <a:latin typeface="Segoe UI"/>
              </a:rPr>
              <a:t>System testing and debugging</a:t>
            </a: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fade">
                                      <p:cBhvr>
                                        <p:cTn id="15" dur="500"/>
                                        <p:tgtEl>
                                          <p:spTgt spid="10">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Effect transition="in" filter="fade">
                                      <p:cBhvr>
                                        <p:cTn id="19" dur="500"/>
                                        <p:tgtEl>
                                          <p:spTgt spid="10">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500"/>
                                        <p:tgtEl>
                                          <p:spTgt spid="10">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fade">
                                      <p:cBhvr>
                                        <p:cTn id="27" dur="500"/>
                                        <p:tgtEl>
                                          <p:spTgt spid="10">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animEffect transition="in" filter="fade">
                                      <p:cBhvr>
                                        <p:cTn id="31" dur="500"/>
                                        <p:tgtEl>
                                          <p:spTgt spid="10">
                                            <p:txEl>
                                              <p:pRg st="5" end="5"/>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0">
                                            <p:txEl>
                                              <p:pRg st="6" end="6"/>
                                            </p:txEl>
                                          </p:spTgt>
                                        </p:tgtEl>
                                        <p:attrNameLst>
                                          <p:attrName>style.visibility</p:attrName>
                                        </p:attrNameLst>
                                      </p:cBhvr>
                                      <p:to>
                                        <p:strVal val="visible"/>
                                      </p:to>
                                    </p:set>
                                    <p:animEffect transition="in" filter="fade">
                                      <p:cBhvr>
                                        <p:cTn id="35" dur="500"/>
                                        <p:tgtEl>
                                          <p:spTgt spid="10">
                                            <p:txEl>
                                              <p:pRg st="6" end="6"/>
                                            </p:tx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0">
                                            <p:txEl>
                                              <p:pRg st="7" end="7"/>
                                            </p:txEl>
                                          </p:spTgt>
                                        </p:tgtEl>
                                        <p:attrNameLst>
                                          <p:attrName>style.visibility</p:attrName>
                                        </p:attrNameLst>
                                      </p:cBhvr>
                                      <p:to>
                                        <p:strVal val="visible"/>
                                      </p:to>
                                    </p:set>
                                    <p:animEffect transition="in" filter="fade">
                                      <p:cBhvr>
                                        <p:cTn id="39" dur="500"/>
                                        <p:tgtEl>
                                          <p:spTgt spid="10">
                                            <p:txEl>
                                              <p:pRg st="7" end="7"/>
                                            </p:txEl>
                                          </p:spTgt>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animEffect transition="in" filter="fade">
                                      <p:cBhvr>
                                        <p:cTn id="43" dur="500"/>
                                        <p:tgtEl>
                                          <p:spTgt spid="13">
                                            <p:txEl>
                                              <p:pRg st="0" end="0"/>
                                            </p:txEl>
                                          </p:spTgt>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13">
                                            <p:txEl>
                                              <p:pRg st="1" end="1"/>
                                            </p:txEl>
                                          </p:spTgt>
                                        </p:tgtEl>
                                        <p:attrNameLst>
                                          <p:attrName>style.visibility</p:attrName>
                                        </p:attrNameLst>
                                      </p:cBhvr>
                                      <p:to>
                                        <p:strVal val="visible"/>
                                      </p:to>
                                    </p:set>
                                    <p:animEffect transition="in" filter="fade">
                                      <p:cBhvr>
                                        <p:cTn id="47" dur="500"/>
                                        <p:tgtEl>
                                          <p:spTgt spid="13">
                                            <p:txEl>
                                              <p:pRg st="1" end="1"/>
                                            </p:txEl>
                                          </p:spTgt>
                                        </p:tgtEl>
                                      </p:cBhvr>
                                    </p:animEffect>
                                  </p:childTnLst>
                                </p:cTn>
                              </p:par>
                            </p:childTnLst>
                          </p:cTn>
                        </p:par>
                        <p:par>
                          <p:cTn id="48" fill="hold">
                            <p:stCondLst>
                              <p:cond delay="5500"/>
                            </p:stCondLst>
                            <p:childTnLst>
                              <p:par>
                                <p:cTn id="49" presetID="10" presetClass="entr" presetSubtype="0" fill="hold" grpId="0" nodeType="afterEffect">
                                  <p:stCondLst>
                                    <p:cond delay="0"/>
                                  </p:stCondLst>
                                  <p:childTnLst>
                                    <p:set>
                                      <p:cBhvr>
                                        <p:cTn id="50" dur="1" fill="hold">
                                          <p:stCondLst>
                                            <p:cond delay="0"/>
                                          </p:stCondLst>
                                        </p:cTn>
                                        <p:tgtEl>
                                          <p:spTgt spid="13">
                                            <p:txEl>
                                              <p:pRg st="2" end="2"/>
                                            </p:txEl>
                                          </p:spTgt>
                                        </p:tgtEl>
                                        <p:attrNameLst>
                                          <p:attrName>style.visibility</p:attrName>
                                        </p:attrNameLst>
                                      </p:cBhvr>
                                      <p:to>
                                        <p:strVal val="visible"/>
                                      </p:to>
                                    </p:set>
                                    <p:animEffect transition="in" filter="fade">
                                      <p:cBhvr>
                                        <p:cTn id="51" dur="500"/>
                                        <p:tgtEl>
                                          <p:spTgt spid="13">
                                            <p:txEl>
                                              <p:pRg st="2" end="2"/>
                                            </p:txEl>
                                          </p:spTgt>
                                        </p:tgtEl>
                                      </p:cBhvr>
                                    </p:animEffect>
                                  </p:childTnLst>
                                </p:cTn>
                              </p:par>
                            </p:childTnLst>
                          </p:cTn>
                        </p:par>
                        <p:par>
                          <p:cTn id="52" fill="hold">
                            <p:stCondLst>
                              <p:cond delay="6000"/>
                            </p:stCondLst>
                            <p:childTnLst>
                              <p:par>
                                <p:cTn id="53" presetID="10" presetClass="entr" presetSubtype="0" fill="hold" grpId="0" nodeType="afterEffect">
                                  <p:stCondLst>
                                    <p:cond delay="0"/>
                                  </p:stCondLst>
                                  <p:childTnLst>
                                    <p:set>
                                      <p:cBhvr>
                                        <p:cTn id="54" dur="1" fill="hold">
                                          <p:stCondLst>
                                            <p:cond delay="0"/>
                                          </p:stCondLst>
                                        </p:cTn>
                                        <p:tgtEl>
                                          <p:spTgt spid="13">
                                            <p:txEl>
                                              <p:pRg st="3" end="3"/>
                                            </p:txEl>
                                          </p:spTgt>
                                        </p:tgtEl>
                                        <p:attrNameLst>
                                          <p:attrName>style.visibility</p:attrName>
                                        </p:attrNameLst>
                                      </p:cBhvr>
                                      <p:to>
                                        <p:strVal val="visible"/>
                                      </p:to>
                                    </p:set>
                                    <p:animEffect transition="in" filter="fade">
                                      <p:cBhvr>
                                        <p:cTn id="55"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build="allAtOnce"/>
      <p:bldP spid="13"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dirty="0">
                <a:solidFill>
                  <a:srgbClr val="4F46E5"/>
                </a:solidFill>
                <a:latin typeface="Segoe UI"/>
              </a:rPr>
              <a:t>Code Block</a:t>
            </a:r>
          </a:p>
        </p:txBody>
      </p:sp>
      <p:sp>
        <p:nvSpPr>
          <p:cNvPr id="8" name="Rounded Rectangle 7"/>
          <p:cNvSpPr/>
          <p:nvPr/>
        </p:nvSpPr>
        <p:spPr>
          <a:xfrm>
            <a:off x="969264" y="1883664"/>
            <a:ext cx="7680960" cy="45720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828800"/>
            <a:ext cx="7680960" cy="457200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2011680"/>
            <a:ext cx="7315200" cy="4206240"/>
          </a:xfrm>
          <a:prstGeom prst="rect">
            <a:avLst/>
          </a:prstGeom>
          <a:noFill/>
        </p:spPr>
        <p:txBody>
          <a:bodyPr wrap="square">
            <a:normAutofit/>
          </a:bodyPr>
          <a:lstStyle/>
          <a:p>
            <a:pPr>
              <a:spcAft>
                <a:spcPts val="800"/>
              </a:spcAft>
            </a:pPr>
            <a:endParaRPr sz="2000" b="1" dirty="0">
              <a:solidFill>
                <a:srgbClr val="1F2937"/>
              </a:solidFill>
              <a:latin typeface="Segoe UI Bold"/>
            </a:endParaRPr>
          </a:p>
        </p:txBody>
      </p:sp>
      <p:pic>
        <p:nvPicPr>
          <p:cNvPr id="11" name="Picture 10">
            <a:extLst>
              <a:ext uri="{FF2B5EF4-FFF2-40B4-BE49-F238E27FC236}">
                <a16:creationId xmlns:a16="http://schemas.microsoft.com/office/drawing/2014/main" id="{E868FB30-053E-FCF2-DAAB-44FF14E1DAD3}"/>
              </a:ext>
            </a:extLst>
          </p:cNvPr>
          <p:cNvPicPr>
            <a:picLocks noChangeAspect="1"/>
          </p:cNvPicPr>
          <p:nvPr/>
        </p:nvPicPr>
        <p:blipFill>
          <a:blip r:embed="rId2"/>
          <a:stretch>
            <a:fillRect/>
          </a:stretch>
        </p:blipFill>
        <p:spPr>
          <a:xfrm>
            <a:off x="1214574" y="2236293"/>
            <a:ext cx="7015026" cy="3452214"/>
          </a:xfrm>
          <a:prstGeom prst="rect">
            <a:avLst/>
          </a:prstGeom>
        </p:spPr>
      </p:pic>
      <p:sp>
        <p:nvSpPr>
          <p:cNvPr id="12" name="TextBox 11">
            <a:extLst>
              <a:ext uri="{FF2B5EF4-FFF2-40B4-BE49-F238E27FC236}">
                <a16:creationId xmlns:a16="http://schemas.microsoft.com/office/drawing/2014/main" id="{26EED211-BF4B-ABDB-A0A0-7D750102B1AE}"/>
              </a:ext>
            </a:extLst>
          </p:cNvPr>
          <p:cNvSpPr txBox="1"/>
          <p:nvPr/>
        </p:nvSpPr>
        <p:spPr>
          <a:xfrm>
            <a:off x="4357663" y="5702446"/>
            <a:ext cx="878767" cy="276999"/>
          </a:xfrm>
          <a:prstGeom prst="rect">
            <a:avLst/>
          </a:prstGeom>
          <a:noFill/>
        </p:spPr>
        <p:txBody>
          <a:bodyPr wrap="none" rtlCol="0">
            <a:spAutoFit/>
          </a:bodyPr>
          <a:lstStyle/>
          <a:p>
            <a:r>
              <a:rPr lang="en-US" sz="1200" dirty="0">
                <a:latin typeface="Segoe UI" panose="020B0502040204020203" pitchFamily="34" charset="0"/>
                <a:cs typeface="Segoe UI" panose="020B0502040204020203" pitchFamily="34" charset="0"/>
              </a:rPr>
              <a:t>models.py</a:t>
            </a:r>
            <a:endParaRPr lang="en-IN" sz="1200" dirty="0">
              <a:latin typeface="Segoe UI" panose="020B0502040204020203" pitchFamily="34" charset="0"/>
              <a:cs typeface="Segoe UI" panose="020B0502040204020203" pitchFamily="34" charset="0"/>
            </a:endParaRP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592126"/>
            <a:ext cx="1983620" cy="461665"/>
          </a:xfrm>
          <a:prstGeom prst="rect">
            <a:avLst/>
          </a:prstGeom>
          <a:noFill/>
        </p:spPr>
        <p:txBody>
          <a:bodyPr wrap="none" anchor="ctr">
            <a:spAutoFit/>
          </a:bodyPr>
          <a:lstStyle/>
          <a:p>
            <a:r>
              <a:rPr sz="2400" b="1" dirty="0">
                <a:solidFill>
                  <a:srgbClr val="4F46E5"/>
                </a:solidFill>
                <a:latin typeface="Segoe UI"/>
              </a:rPr>
              <a:t>Screen-shot </a:t>
            </a:r>
          </a:p>
        </p:txBody>
      </p:sp>
      <p:pic>
        <p:nvPicPr>
          <p:cNvPr id="13" name="Picture 12">
            <a:extLst>
              <a:ext uri="{FF2B5EF4-FFF2-40B4-BE49-F238E27FC236}">
                <a16:creationId xmlns:a16="http://schemas.microsoft.com/office/drawing/2014/main" id="{E02CAD32-EFA9-6E86-8A03-9C4601D89A9C}"/>
              </a:ext>
            </a:extLst>
          </p:cNvPr>
          <p:cNvPicPr>
            <a:picLocks noChangeAspect="1"/>
          </p:cNvPicPr>
          <p:nvPr/>
        </p:nvPicPr>
        <p:blipFill>
          <a:blip r:embed="rId2"/>
          <a:stretch>
            <a:fillRect/>
          </a:stretch>
        </p:blipFill>
        <p:spPr>
          <a:xfrm>
            <a:off x="604696" y="1733204"/>
            <a:ext cx="4225509" cy="393280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877C57DD-B762-240A-61CE-26C0CAFE33EA}"/>
              </a:ext>
            </a:extLst>
          </p:cNvPr>
          <p:cNvPicPr>
            <a:picLocks noChangeAspect="1"/>
          </p:cNvPicPr>
          <p:nvPr/>
        </p:nvPicPr>
        <p:blipFill>
          <a:blip r:embed="rId3"/>
          <a:stretch>
            <a:fillRect/>
          </a:stretch>
        </p:blipFill>
        <p:spPr>
          <a:xfrm>
            <a:off x="5455477" y="1760270"/>
            <a:ext cx="3546283" cy="3908300"/>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E7814B0C-959B-A037-14C4-D4AE7F1E95A9}"/>
              </a:ext>
            </a:extLst>
          </p:cNvPr>
          <p:cNvSpPr txBox="1"/>
          <p:nvPr/>
        </p:nvSpPr>
        <p:spPr>
          <a:xfrm>
            <a:off x="1834833" y="5896412"/>
            <a:ext cx="5846665" cy="307777"/>
          </a:xfrm>
          <a:prstGeom prst="rect">
            <a:avLst/>
          </a:prstGeom>
          <a:noFill/>
        </p:spPr>
        <p:txBody>
          <a:bodyPr wrap="none" rtlCol="0">
            <a:spAutoFit/>
          </a:bodyPr>
          <a:lstStyle/>
          <a:p>
            <a:r>
              <a:rPr lang="en-IN" sz="1400" dirty="0">
                <a:latin typeface="Segoe UI"/>
              </a:rPr>
              <a:t>Item_list									</a:t>
            </a:r>
            <a:r>
              <a:rPr lang="en-IN" sz="1400" dirty="0" err="1">
                <a:latin typeface="Segoe UI"/>
              </a:rPr>
              <a:t>Item_details</a:t>
            </a:r>
            <a:r>
              <a:rPr lang="en-IN" sz="1400" dirty="0">
                <a:latin typeface="Segoe UI"/>
              </a:rPr>
              <a:t>  </a:t>
            </a:r>
            <a:endParaRPr lang="en-IN" sz="1400" dirty="0"/>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1+#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1+#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365760"/>
            <a:ext cx="80467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dirty="0">
                <a:solidFill>
                  <a:srgbClr val="4F46E5"/>
                </a:solidFill>
                <a:latin typeface="Segoe UI"/>
              </a:rPr>
              <a:t>Timeline of Project (12 Week Plan)</a:t>
            </a:r>
          </a:p>
        </p:txBody>
      </p:sp>
      <p:sp>
        <p:nvSpPr>
          <p:cNvPr id="92" name="Shape 2">
            <a:extLst>
              <a:ext uri="{FF2B5EF4-FFF2-40B4-BE49-F238E27FC236}">
                <a16:creationId xmlns:a16="http://schemas.microsoft.com/office/drawing/2014/main" id="{19BBD201-7CBA-1AFA-00D3-0B077B001C2E}"/>
              </a:ext>
            </a:extLst>
          </p:cNvPr>
          <p:cNvSpPr/>
          <p:nvPr/>
        </p:nvSpPr>
        <p:spPr>
          <a:xfrm>
            <a:off x="4564856" y="2178844"/>
            <a:ext cx="14288" cy="3273177"/>
          </a:xfrm>
          <a:prstGeom prst="roundRect">
            <a:avLst>
              <a:gd name="adj" fmla="val 289816"/>
            </a:avLst>
          </a:prstGeom>
          <a:solidFill>
            <a:srgbClr val="BFD3D8"/>
          </a:solidFill>
          <a:ln/>
        </p:spPr>
        <p:txBody>
          <a:bodyPr/>
          <a:lstStyle/>
          <a:p>
            <a:endParaRPr lang="en-IN"/>
          </a:p>
        </p:txBody>
      </p:sp>
      <p:sp>
        <p:nvSpPr>
          <p:cNvPr id="93" name="Shape 3">
            <a:extLst>
              <a:ext uri="{FF2B5EF4-FFF2-40B4-BE49-F238E27FC236}">
                <a16:creationId xmlns:a16="http://schemas.microsoft.com/office/drawing/2014/main" id="{2B363CEA-E7B3-1A2C-A8F5-5DE4010F1C06}"/>
              </a:ext>
            </a:extLst>
          </p:cNvPr>
          <p:cNvSpPr/>
          <p:nvPr/>
        </p:nvSpPr>
        <p:spPr>
          <a:xfrm>
            <a:off x="4179690" y="2282577"/>
            <a:ext cx="295721" cy="14288"/>
          </a:xfrm>
          <a:prstGeom prst="roundRect">
            <a:avLst>
              <a:gd name="adj" fmla="val 289816"/>
            </a:avLst>
          </a:prstGeom>
          <a:solidFill>
            <a:srgbClr val="BFD3D8"/>
          </a:solidFill>
          <a:ln/>
        </p:spPr>
        <p:txBody>
          <a:bodyPr/>
          <a:lstStyle/>
          <a:p>
            <a:endParaRPr lang="en-IN"/>
          </a:p>
        </p:txBody>
      </p:sp>
      <p:sp>
        <p:nvSpPr>
          <p:cNvPr id="94" name="Shape 4">
            <a:extLst>
              <a:ext uri="{FF2B5EF4-FFF2-40B4-BE49-F238E27FC236}">
                <a16:creationId xmlns:a16="http://schemas.microsoft.com/office/drawing/2014/main" id="{0FD02113-5946-294B-A72D-63A9225C1D2D}"/>
              </a:ext>
            </a:extLst>
          </p:cNvPr>
          <p:cNvSpPr/>
          <p:nvPr/>
        </p:nvSpPr>
        <p:spPr>
          <a:xfrm>
            <a:off x="4461123" y="2178844"/>
            <a:ext cx="221754" cy="221754"/>
          </a:xfrm>
          <a:prstGeom prst="roundRect">
            <a:avLst>
              <a:gd name="adj" fmla="val 18673"/>
            </a:avLst>
          </a:prstGeom>
          <a:solidFill>
            <a:srgbClr val="D9EDF2"/>
          </a:solidFill>
          <a:ln w="7620">
            <a:solidFill>
              <a:srgbClr val="BFD3D8"/>
            </a:solidFill>
            <a:prstDash val="solid"/>
          </a:ln>
        </p:spPr>
        <p:txBody>
          <a:bodyPr/>
          <a:lstStyle/>
          <a:p>
            <a:endParaRPr lang="en-IN"/>
          </a:p>
        </p:txBody>
      </p:sp>
      <p:sp>
        <p:nvSpPr>
          <p:cNvPr id="95" name="Text 5">
            <a:extLst>
              <a:ext uri="{FF2B5EF4-FFF2-40B4-BE49-F238E27FC236}">
                <a16:creationId xmlns:a16="http://schemas.microsoft.com/office/drawing/2014/main" id="{1CCD916E-474F-687A-7761-3393FB2403E0}"/>
              </a:ext>
            </a:extLst>
          </p:cNvPr>
          <p:cNvSpPr/>
          <p:nvPr/>
        </p:nvSpPr>
        <p:spPr>
          <a:xfrm>
            <a:off x="4498070" y="2197299"/>
            <a:ext cx="147861" cy="184844"/>
          </a:xfrm>
          <a:prstGeom prst="rect">
            <a:avLst/>
          </a:prstGeom>
          <a:noFill/>
          <a:ln/>
        </p:spPr>
        <p:txBody>
          <a:bodyPr wrap="none" lIns="0" tIns="0" rIns="0" bIns="0" rtlCol="0" anchor="t"/>
          <a:lstStyle/>
          <a:p>
            <a:pPr algn="ctr">
              <a:lnSpc>
                <a:spcPts val="1156"/>
              </a:lnSpc>
            </a:pPr>
            <a:r>
              <a:rPr lang="en-US" sz="1156" dirty="0">
                <a:solidFill>
                  <a:srgbClr val="384653"/>
                </a:solidFill>
                <a:latin typeface="Host Grotesk Medium" pitchFamily="34" charset="0"/>
                <a:ea typeface="Host Grotesk Medium" pitchFamily="34" charset="-122"/>
                <a:cs typeface="Segoe UI" panose="020B0502040204020203" pitchFamily="34" charset="0"/>
              </a:rPr>
              <a:t>1</a:t>
            </a:r>
            <a:endParaRPr lang="en-US" sz="1156" dirty="0"/>
          </a:p>
        </p:txBody>
      </p:sp>
      <p:sp>
        <p:nvSpPr>
          <p:cNvPr id="96" name="Text 6">
            <a:extLst>
              <a:ext uri="{FF2B5EF4-FFF2-40B4-BE49-F238E27FC236}">
                <a16:creationId xmlns:a16="http://schemas.microsoft.com/office/drawing/2014/main" id="{F29479F1-A3A5-91C1-6AB4-0B9FB29ADA93}"/>
              </a:ext>
            </a:extLst>
          </p:cNvPr>
          <p:cNvSpPr/>
          <p:nvPr/>
        </p:nvSpPr>
        <p:spPr>
          <a:xfrm>
            <a:off x="2201466" y="2212702"/>
            <a:ext cx="1877616" cy="154037"/>
          </a:xfrm>
          <a:prstGeom prst="rect">
            <a:avLst/>
          </a:prstGeom>
          <a:noFill/>
          <a:ln/>
        </p:spPr>
        <p:txBody>
          <a:bodyPr wrap="none" lIns="0" tIns="0" rIns="0" bIns="0" rtlCol="0" anchor="t"/>
          <a:lstStyle/>
          <a:p>
            <a:pPr algn="r">
              <a:lnSpc>
                <a:spcPts val="1188"/>
              </a:lnSpc>
            </a:pPr>
            <a:r>
              <a:rPr lang="en-US" sz="1100" dirty="0">
                <a:solidFill>
                  <a:srgbClr val="384653"/>
                </a:solidFill>
                <a:latin typeface="Segoe UI" panose="020B0502040204020203" pitchFamily="34" charset="0"/>
                <a:ea typeface="Host Grotesk Medium" pitchFamily="34" charset="-122"/>
                <a:cs typeface="Segoe UI" panose="020B0502040204020203" pitchFamily="34" charset="0"/>
              </a:rPr>
              <a:t>Week 1–2: Requirement Analysis</a:t>
            </a:r>
            <a:endParaRPr lang="en-US" sz="1100" dirty="0">
              <a:latin typeface="Segoe UI" panose="020B0502040204020203" pitchFamily="34" charset="0"/>
              <a:cs typeface="Segoe UI" panose="020B0502040204020203" pitchFamily="34" charset="0"/>
            </a:endParaRPr>
          </a:p>
        </p:txBody>
      </p:sp>
      <p:sp>
        <p:nvSpPr>
          <p:cNvPr id="97" name="Text 7">
            <a:extLst>
              <a:ext uri="{FF2B5EF4-FFF2-40B4-BE49-F238E27FC236}">
                <a16:creationId xmlns:a16="http://schemas.microsoft.com/office/drawing/2014/main" id="{DC9E1068-D9EC-6140-6D76-DE1CD94C6D0D}"/>
              </a:ext>
            </a:extLst>
          </p:cNvPr>
          <p:cNvSpPr/>
          <p:nvPr/>
        </p:nvSpPr>
        <p:spPr>
          <a:xfrm>
            <a:off x="1170682" y="2407816"/>
            <a:ext cx="3253495" cy="336278"/>
          </a:xfrm>
          <a:prstGeom prst="rect">
            <a:avLst/>
          </a:prstGeom>
          <a:noFill/>
          <a:ln/>
        </p:spPr>
        <p:txBody>
          <a:bodyPr wrap="square" lIns="0" tIns="0" rIns="0" bIns="0" rtlCol="0" anchor="t"/>
          <a:lstStyle/>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Studied rental platform concepts and similar systems</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Defined project objectives and system requirements</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Planned overall system structure</a:t>
            </a:r>
            <a:endParaRPr lang="en-US" sz="1000" dirty="0">
              <a:latin typeface="Segoe UI" panose="020B0502040204020203" pitchFamily="34" charset="0"/>
              <a:cs typeface="Segoe UI" panose="020B0502040204020203" pitchFamily="34" charset="0"/>
            </a:endParaRPr>
          </a:p>
        </p:txBody>
      </p:sp>
      <p:sp>
        <p:nvSpPr>
          <p:cNvPr id="98" name="Shape 8">
            <a:extLst>
              <a:ext uri="{FF2B5EF4-FFF2-40B4-BE49-F238E27FC236}">
                <a16:creationId xmlns:a16="http://schemas.microsoft.com/office/drawing/2014/main" id="{1E6D1BAB-B631-536D-B99A-6A40CCB747E6}"/>
              </a:ext>
            </a:extLst>
          </p:cNvPr>
          <p:cNvSpPr/>
          <p:nvPr/>
        </p:nvSpPr>
        <p:spPr>
          <a:xfrm>
            <a:off x="4668590" y="2813967"/>
            <a:ext cx="295721" cy="14288"/>
          </a:xfrm>
          <a:prstGeom prst="roundRect">
            <a:avLst>
              <a:gd name="adj" fmla="val 289816"/>
            </a:avLst>
          </a:prstGeom>
          <a:solidFill>
            <a:srgbClr val="BFD3D8"/>
          </a:solidFill>
          <a:ln/>
        </p:spPr>
        <p:txBody>
          <a:bodyPr/>
          <a:lstStyle/>
          <a:p>
            <a:endParaRPr lang="en-IN"/>
          </a:p>
        </p:txBody>
      </p:sp>
      <p:sp>
        <p:nvSpPr>
          <p:cNvPr id="99" name="Shape 9">
            <a:extLst>
              <a:ext uri="{FF2B5EF4-FFF2-40B4-BE49-F238E27FC236}">
                <a16:creationId xmlns:a16="http://schemas.microsoft.com/office/drawing/2014/main" id="{BB2A795A-7531-BEF2-1156-0F56A28419A5}"/>
              </a:ext>
            </a:extLst>
          </p:cNvPr>
          <p:cNvSpPr/>
          <p:nvPr/>
        </p:nvSpPr>
        <p:spPr>
          <a:xfrm>
            <a:off x="4461123" y="2710234"/>
            <a:ext cx="221754" cy="221754"/>
          </a:xfrm>
          <a:prstGeom prst="roundRect">
            <a:avLst>
              <a:gd name="adj" fmla="val 18673"/>
            </a:avLst>
          </a:prstGeom>
          <a:solidFill>
            <a:srgbClr val="D9EDF2"/>
          </a:solidFill>
          <a:ln w="7620">
            <a:solidFill>
              <a:srgbClr val="BFD3D8"/>
            </a:solidFill>
            <a:prstDash val="solid"/>
          </a:ln>
        </p:spPr>
        <p:txBody>
          <a:bodyPr/>
          <a:lstStyle/>
          <a:p>
            <a:endParaRPr lang="en-IN"/>
          </a:p>
        </p:txBody>
      </p:sp>
      <p:sp>
        <p:nvSpPr>
          <p:cNvPr id="100" name="Text 10">
            <a:extLst>
              <a:ext uri="{FF2B5EF4-FFF2-40B4-BE49-F238E27FC236}">
                <a16:creationId xmlns:a16="http://schemas.microsoft.com/office/drawing/2014/main" id="{5AB1F0DC-2A35-D27A-AF18-9AE99D172FC7}"/>
              </a:ext>
            </a:extLst>
          </p:cNvPr>
          <p:cNvSpPr/>
          <p:nvPr/>
        </p:nvSpPr>
        <p:spPr>
          <a:xfrm>
            <a:off x="4498070" y="2728690"/>
            <a:ext cx="147861" cy="184844"/>
          </a:xfrm>
          <a:prstGeom prst="rect">
            <a:avLst/>
          </a:prstGeom>
          <a:noFill/>
          <a:ln/>
        </p:spPr>
        <p:txBody>
          <a:bodyPr wrap="none" lIns="0" tIns="0" rIns="0" bIns="0" rtlCol="0" anchor="t"/>
          <a:lstStyle/>
          <a:p>
            <a:pPr algn="ctr">
              <a:lnSpc>
                <a:spcPts val="1156"/>
              </a:lnSpc>
            </a:pPr>
            <a:r>
              <a:rPr lang="en-US" sz="1156" dirty="0">
                <a:solidFill>
                  <a:srgbClr val="384653"/>
                </a:solidFill>
                <a:latin typeface="Host Grotesk Medium" pitchFamily="34" charset="0"/>
                <a:ea typeface="Host Grotesk Medium" pitchFamily="34" charset="-122"/>
                <a:cs typeface="Segoe UI" panose="020B0502040204020203" pitchFamily="34" charset="0"/>
              </a:rPr>
              <a:t>2</a:t>
            </a:r>
            <a:endParaRPr lang="en-US" sz="1156" dirty="0"/>
          </a:p>
        </p:txBody>
      </p:sp>
      <p:sp>
        <p:nvSpPr>
          <p:cNvPr id="101" name="Text 11">
            <a:extLst>
              <a:ext uri="{FF2B5EF4-FFF2-40B4-BE49-F238E27FC236}">
                <a16:creationId xmlns:a16="http://schemas.microsoft.com/office/drawing/2014/main" id="{DDC3DFEA-19C6-71F5-8391-E51848AA86ED}"/>
              </a:ext>
            </a:extLst>
          </p:cNvPr>
          <p:cNvSpPr/>
          <p:nvPr/>
        </p:nvSpPr>
        <p:spPr>
          <a:xfrm>
            <a:off x="5064919" y="2744093"/>
            <a:ext cx="1500932" cy="154037"/>
          </a:xfrm>
          <a:prstGeom prst="rect">
            <a:avLst/>
          </a:prstGeom>
          <a:noFill/>
          <a:ln/>
        </p:spPr>
        <p:txBody>
          <a:bodyPr wrap="none" lIns="0" tIns="0" rIns="0" bIns="0" rtlCol="0" anchor="t"/>
          <a:lstStyle/>
          <a:p>
            <a:pPr>
              <a:lnSpc>
                <a:spcPts val="1188"/>
              </a:lnSpc>
            </a:pPr>
            <a:r>
              <a:rPr lang="en-US" sz="1100" dirty="0">
                <a:solidFill>
                  <a:srgbClr val="384653"/>
                </a:solidFill>
                <a:latin typeface="Segoe UI" panose="020B0502040204020203" pitchFamily="34" charset="0"/>
                <a:ea typeface="Host Grotesk Medium" pitchFamily="34" charset="-122"/>
                <a:cs typeface="Segoe UI" panose="020B0502040204020203" pitchFamily="34" charset="0"/>
              </a:rPr>
              <a:t>Week 3–4: System Design</a:t>
            </a:r>
            <a:endParaRPr lang="en-US" sz="1100" dirty="0">
              <a:latin typeface="Segoe UI" panose="020B0502040204020203" pitchFamily="34" charset="0"/>
              <a:cs typeface="Segoe UI" panose="020B0502040204020203" pitchFamily="34" charset="0"/>
            </a:endParaRPr>
          </a:p>
        </p:txBody>
      </p:sp>
      <p:sp>
        <p:nvSpPr>
          <p:cNvPr id="102" name="Text 12">
            <a:extLst>
              <a:ext uri="{FF2B5EF4-FFF2-40B4-BE49-F238E27FC236}">
                <a16:creationId xmlns:a16="http://schemas.microsoft.com/office/drawing/2014/main" id="{9C8DCC56-9399-5040-56CD-FE40E7A0C883}"/>
              </a:ext>
            </a:extLst>
          </p:cNvPr>
          <p:cNvSpPr/>
          <p:nvPr/>
        </p:nvSpPr>
        <p:spPr>
          <a:xfrm>
            <a:off x="5064919" y="2939208"/>
            <a:ext cx="3140106" cy="354508"/>
          </a:xfrm>
          <a:prstGeom prst="rect">
            <a:avLst/>
          </a:prstGeom>
          <a:noFill/>
          <a:ln/>
        </p:spPr>
        <p:txBody>
          <a:bodyPr wrap="square" lIns="0" tIns="0" rIns="0" bIns="0" rtlCol="0" anchor="t"/>
          <a:lstStyle/>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Designed system architecture</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Created ER diagram and database structure</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Defined system modules and workflow</a:t>
            </a:r>
            <a:endParaRPr lang="en-US" sz="1000" dirty="0">
              <a:latin typeface="Segoe UI" panose="020B0502040204020203" pitchFamily="34" charset="0"/>
              <a:cs typeface="Segoe UI" panose="020B0502040204020203" pitchFamily="34" charset="0"/>
            </a:endParaRPr>
          </a:p>
        </p:txBody>
      </p:sp>
      <p:sp>
        <p:nvSpPr>
          <p:cNvPr id="103" name="Shape 13">
            <a:extLst>
              <a:ext uri="{FF2B5EF4-FFF2-40B4-BE49-F238E27FC236}">
                <a16:creationId xmlns:a16="http://schemas.microsoft.com/office/drawing/2014/main" id="{2E7DF9CD-D58B-0162-95B3-0D81A48B532A}"/>
              </a:ext>
            </a:extLst>
          </p:cNvPr>
          <p:cNvSpPr/>
          <p:nvPr/>
        </p:nvSpPr>
        <p:spPr>
          <a:xfrm>
            <a:off x="4179690" y="3293715"/>
            <a:ext cx="295721" cy="14288"/>
          </a:xfrm>
          <a:prstGeom prst="roundRect">
            <a:avLst>
              <a:gd name="adj" fmla="val 289816"/>
            </a:avLst>
          </a:prstGeom>
          <a:solidFill>
            <a:srgbClr val="BFD3D8"/>
          </a:solidFill>
          <a:ln/>
        </p:spPr>
        <p:txBody>
          <a:bodyPr/>
          <a:lstStyle/>
          <a:p>
            <a:endParaRPr lang="en-IN"/>
          </a:p>
        </p:txBody>
      </p:sp>
      <p:sp>
        <p:nvSpPr>
          <p:cNvPr id="104" name="Shape 14">
            <a:extLst>
              <a:ext uri="{FF2B5EF4-FFF2-40B4-BE49-F238E27FC236}">
                <a16:creationId xmlns:a16="http://schemas.microsoft.com/office/drawing/2014/main" id="{F7B955E0-0747-2988-CD86-ACD5DFB3CDB3}"/>
              </a:ext>
            </a:extLst>
          </p:cNvPr>
          <p:cNvSpPr/>
          <p:nvPr/>
        </p:nvSpPr>
        <p:spPr>
          <a:xfrm>
            <a:off x="4461123" y="3189982"/>
            <a:ext cx="221754" cy="221754"/>
          </a:xfrm>
          <a:prstGeom prst="roundRect">
            <a:avLst>
              <a:gd name="adj" fmla="val 18673"/>
            </a:avLst>
          </a:prstGeom>
          <a:solidFill>
            <a:srgbClr val="D9EDF2"/>
          </a:solidFill>
          <a:ln w="7620">
            <a:solidFill>
              <a:srgbClr val="BFD3D8"/>
            </a:solidFill>
            <a:prstDash val="solid"/>
          </a:ln>
        </p:spPr>
        <p:txBody>
          <a:bodyPr/>
          <a:lstStyle/>
          <a:p>
            <a:endParaRPr lang="en-IN"/>
          </a:p>
        </p:txBody>
      </p:sp>
      <p:sp>
        <p:nvSpPr>
          <p:cNvPr id="105" name="Text 15">
            <a:extLst>
              <a:ext uri="{FF2B5EF4-FFF2-40B4-BE49-F238E27FC236}">
                <a16:creationId xmlns:a16="http://schemas.microsoft.com/office/drawing/2014/main" id="{38AD3E2E-0D1B-5542-4A72-FCFE86C7AE0E}"/>
              </a:ext>
            </a:extLst>
          </p:cNvPr>
          <p:cNvSpPr/>
          <p:nvPr/>
        </p:nvSpPr>
        <p:spPr>
          <a:xfrm>
            <a:off x="4498070" y="3208437"/>
            <a:ext cx="147861" cy="184844"/>
          </a:xfrm>
          <a:prstGeom prst="rect">
            <a:avLst/>
          </a:prstGeom>
          <a:noFill/>
          <a:ln/>
        </p:spPr>
        <p:txBody>
          <a:bodyPr wrap="none" lIns="0" tIns="0" rIns="0" bIns="0" rtlCol="0" anchor="t"/>
          <a:lstStyle/>
          <a:p>
            <a:pPr algn="ctr">
              <a:lnSpc>
                <a:spcPts val="1156"/>
              </a:lnSpc>
            </a:pPr>
            <a:r>
              <a:rPr lang="en-US" sz="1156" dirty="0">
                <a:solidFill>
                  <a:srgbClr val="384653"/>
                </a:solidFill>
                <a:latin typeface="Host Grotesk Medium" pitchFamily="34" charset="0"/>
                <a:ea typeface="Host Grotesk Medium" pitchFamily="34" charset="-122"/>
                <a:cs typeface="Segoe UI" panose="020B0502040204020203" pitchFamily="34" charset="0"/>
              </a:rPr>
              <a:t>3</a:t>
            </a:r>
            <a:endParaRPr lang="en-US" sz="1156" dirty="0"/>
          </a:p>
        </p:txBody>
      </p:sp>
      <p:sp>
        <p:nvSpPr>
          <p:cNvPr id="106" name="Text 16">
            <a:extLst>
              <a:ext uri="{FF2B5EF4-FFF2-40B4-BE49-F238E27FC236}">
                <a16:creationId xmlns:a16="http://schemas.microsoft.com/office/drawing/2014/main" id="{D03E7D10-9791-0067-1F2C-35D35C4AA5DD}"/>
              </a:ext>
            </a:extLst>
          </p:cNvPr>
          <p:cNvSpPr/>
          <p:nvPr/>
        </p:nvSpPr>
        <p:spPr>
          <a:xfrm>
            <a:off x="2229296" y="3223841"/>
            <a:ext cx="1849785" cy="154037"/>
          </a:xfrm>
          <a:prstGeom prst="rect">
            <a:avLst/>
          </a:prstGeom>
          <a:noFill/>
          <a:ln/>
        </p:spPr>
        <p:txBody>
          <a:bodyPr wrap="none" lIns="0" tIns="0" rIns="0" bIns="0" rtlCol="0" anchor="t"/>
          <a:lstStyle/>
          <a:p>
            <a:pPr algn="r">
              <a:lnSpc>
                <a:spcPts val="1188"/>
              </a:lnSpc>
            </a:pPr>
            <a:r>
              <a:rPr lang="en-US" sz="1100" dirty="0">
                <a:solidFill>
                  <a:srgbClr val="384653"/>
                </a:solidFill>
                <a:latin typeface="Segoe UI" panose="020B0502040204020203" pitchFamily="34" charset="0"/>
                <a:ea typeface="Host Grotesk Medium" pitchFamily="34" charset="-122"/>
                <a:cs typeface="Segoe UI" panose="020B0502040204020203" pitchFamily="34" charset="0"/>
              </a:rPr>
              <a:t>Week 5–6: Django Project Setup</a:t>
            </a:r>
            <a:endParaRPr lang="en-US" sz="1100" dirty="0">
              <a:latin typeface="Segoe UI" panose="020B0502040204020203" pitchFamily="34" charset="0"/>
              <a:cs typeface="Segoe UI" panose="020B0502040204020203" pitchFamily="34" charset="0"/>
            </a:endParaRPr>
          </a:p>
        </p:txBody>
      </p:sp>
      <p:sp>
        <p:nvSpPr>
          <p:cNvPr id="107" name="Text 17">
            <a:extLst>
              <a:ext uri="{FF2B5EF4-FFF2-40B4-BE49-F238E27FC236}">
                <a16:creationId xmlns:a16="http://schemas.microsoft.com/office/drawing/2014/main" id="{DC74F3F3-7499-EA39-6809-6795DF4C83CC}"/>
              </a:ext>
            </a:extLst>
          </p:cNvPr>
          <p:cNvSpPr/>
          <p:nvPr/>
        </p:nvSpPr>
        <p:spPr>
          <a:xfrm>
            <a:off x="1170682" y="3418954"/>
            <a:ext cx="2908399" cy="423863"/>
          </a:xfrm>
          <a:prstGeom prst="rect">
            <a:avLst/>
          </a:prstGeom>
          <a:noFill/>
          <a:ln/>
        </p:spPr>
        <p:txBody>
          <a:bodyPr wrap="square" lIns="0" tIns="0" rIns="0" bIns="0" rtlCol="0" anchor="t"/>
          <a:lstStyle/>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Set up Django development environment</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Created project structure and apps</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Implemented user authentication (login and registration)</a:t>
            </a:r>
            <a:endParaRPr lang="en-US" sz="1000" dirty="0">
              <a:latin typeface="Segoe UI" panose="020B0502040204020203" pitchFamily="34" charset="0"/>
              <a:cs typeface="Segoe UI" panose="020B0502040204020203" pitchFamily="34" charset="0"/>
            </a:endParaRPr>
          </a:p>
        </p:txBody>
      </p:sp>
      <p:sp>
        <p:nvSpPr>
          <p:cNvPr id="108" name="Shape 18">
            <a:extLst>
              <a:ext uri="{FF2B5EF4-FFF2-40B4-BE49-F238E27FC236}">
                <a16:creationId xmlns:a16="http://schemas.microsoft.com/office/drawing/2014/main" id="{679FA4B9-A91B-2B5F-B9FC-3FF1C6411D79}"/>
              </a:ext>
            </a:extLst>
          </p:cNvPr>
          <p:cNvSpPr/>
          <p:nvPr/>
        </p:nvSpPr>
        <p:spPr>
          <a:xfrm>
            <a:off x="4668590" y="3773537"/>
            <a:ext cx="295721" cy="14288"/>
          </a:xfrm>
          <a:prstGeom prst="roundRect">
            <a:avLst>
              <a:gd name="adj" fmla="val 289816"/>
            </a:avLst>
          </a:prstGeom>
          <a:solidFill>
            <a:srgbClr val="BFD3D8"/>
          </a:solidFill>
          <a:ln/>
        </p:spPr>
        <p:txBody>
          <a:bodyPr/>
          <a:lstStyle/>
          <a:p>
            <a:endParaRPr lang="en-IN"/>
          </a:p>
        </p:txBody>
      </p:sp>
      <p:sp>
        <p:nvSpPr>
          <p:cNvPr id="109" name="Shape 19">
            <a:extLst>
              <a:ext uri="{FF2B5EF4-FFF2-40B4-BE49-F238E27FC236}">
                <a16:creationId xmlns:a16="http://schemas.microsoft.com/office/drawing/2014/main" id="{B573DCE9-D46C-6BB3-1BF4-9B38DE06EC1D}"/>
              </a:ext>
            </a:extLst>
          </p:cNvPr>
          <p:cNvSpPr/>
          <p:nvPr/>
        </p:nvSpPr>
        <p:spPr>
          <a:xfrm>
            <a:off x="4461123" y="3669804"/>
            <a:ext cx="221754" cy="221754"/>
          </a:xfrm>
          <a:prstGeom prst="roundRect">
            <a:avLst>
              <a:gd name="adj" fmla="val 18673"/>
            </a:avLst>
          </a:prstGeom>
          <a:solidFill>
            <a:srgbClr val="D9EDF2"/>
          </a:solidFill>
          <a:ln w="7620">
            <a:solidFill>
              <a:srgbClr val="BFD3D8"/>
            </a:solidFill>
            <a:prstDash val="solid"/>
          </a:ln>
        </p:spPr>
        <p:txBody>
          <a:bodyPr/>
          <a:lstStyle/>
          <a:p>
            <a:endParaRPr lang="en-IN"/>
          </a:p>
        </p:txBody>
      </p:sp>
      <p:sp>
        <p:nvSpPr>
          <p:cNvPr id="110" name="Text 20">
            <a:extLst>
              <a:ext uri="{FF2B5EF4-FFF2-40B4-BE49-F238E27FC236}">
                <a16:creationId xmlns:a16="http://schemas.microsoft.com/office/drawing/2014/main" id="{1110A838-7AA4-0A30-C246-F0EE84D22A68}"/>
              </a:ext>
            </a:extLst>
          </p:cNvPr>
          <p:cNvSpPr/>
          <p:nvPr/>
        </p:nvSpPr>
        <p:spPr>
          <a:xfrm>
            <a:off x="4498070" y="3688259"/>
            <a:ext cx="147861" cy="184844"/>
          </a:xfrm>
          <a:prstGeom prst="rect">
            <a:avLst/>
          </a:prstGeom>
          <a:noFill/>
          <a:ln/>
        </p:spPr>
        <p:txBody>
          <a:bodyPr wrap="none" lIns="0" tIns="0" rIns="0" bIns="0" rtlCol="0" anchor="t"/>
          <a:lstStyle/>
          <a:p>
            <a:pPr algn="ctr">
              <a:lnSpc>
                <a:spcPts val="1156"/>
              </a:lnSpc>
            </a:pPr>
            <a:r>
              <a:rPr lang="en-US" sz="1156" dirty="0">
                <a:solidFill>
                  <a:srgbClr val="384653"/>
                </a:solidFill>
                <a:latin typeface="Host Grotesk Medium" pitchFamily="34" charset="0"/>
                <a:ea typeface="Host Grotesk Medium" pitchFamily="34" charset="-122"/>
                <a:cs typeface="Segoe UI" panose="020B0502040204020203" pitchFamily="34" charset="0"/>
              </a:rPr>
              <a:t>4</a:t>
            </a:r>
            <a:endParaRPr lang="en-US" sz="1156" dirty="0"/>
          </a:p>
        </p:txBody>
      </p:sp>
      <p:sp>
        <p:nvSpPr>
          <p:cNvPr id="111" name="Text 21">
            <a:extLst>
              <a:ext uri="{FF2B5EF4-FFF2-40B4-BE49-F238E27FC236}">
                <a16:creationId xmlns:a16="http://schemas.microsoft.com/office/drawing/2014/main" id="{DBCFA1C1-8F5C-B2E8-D77C-528AA805CD64}"/>
              </a:ext>
            </a:extLst>
          </p:cNvPr>
          <p:cNvSpPr/>
          <p:nvPr/>
        </p:nvSpPr>
        <p:spPr>
          <a:xfrm>
            <a:off x="5064919" y="3703663"/>
            <a:ext cx="2150789" cy="154037"/>
          </a:xfrm>
          <a:prstGeom prst="rect">
            <a:avLst/>
          </a:prstGeom>
          <a:noFill/>
          <a:ln/>
        </p:spPr>
        <p:txBody>
          <a:bodyPr wrap="none" lIns="0" tIns="0" rIns="0" bIns="0" rtlCol="0" anchor="t"/>
          <a:lstStyle/>
          <a:p>
            <a:pPr>
              <a:lnSpc>
                <a:spcPts val="1188"/>
              </a:lnSpc>
            </a:pPr>
            <a:r>
              <a:rPr lang="en-US" sz="1100" dirty="0">
                <a:solidFill>
                  <a:srgbClr val="384653"/>
                </a:solidFill>
                <a:latin typeface="Segoe UI" panose="020B0502040204020203" pitchFamily="34" charset="0"/>
                <a:ea typeface="Host Grotesk Medium" pitchFamily="34" charset="-122"/>
                <a:cs typeface="Segoe UI" panose="020B0502040204020203" pitchFamily="34" charset="0"/>
              </a:rPr>
              <a:t>Week 7–8: Item Management Module</a:t>
            </a:r>
            <a:endParaRPr lang="en-US" sz="1100" dirty="0">
              <a:latin typeface="Segoe UI" panose="020B0502040204020203" pitchFamily="34" charset="0"/>
              <a:cs typeface="Segoe UI" panose="020B0502040204020203" pitchFamily="34" charset="0"/>
            </a:endParaRPr>
          </a:p>
        </p:txBody>
      </p:sp>
      <p:sp>
        <p:nvSpPr>
          <p:cNvPr id="112" name="Text 22">
            <a:extLst>
              <a:ext uri="{FF2B5EF4-FFF2-40B4-BE49-F238E27FC236}">
                <a16:creationId xmlns:a16="http://schemas.microsoft.com/office/drawing/2014/main" id="{43CCF747-8F05-E5E9-F694-F54599DB6DB4}"/>
              </a:ext>
            </a:extLst>
          </p:cNvPr>
          <p:cNvSpPr/>
          <p:nvPr/>
        </p:nvSpPr>
        <p:spPr>
          <a:xfrm>
            <a:off x="5064919" y="3898776"/>
            <a:ext cx="2908399" cy="423863"/>
          </a:xfrm>
          <a:prstGeom prst="rect">
            <a:avLst/>
          </a:prstGeom>
          <a:noFill/>
          <a:ln/>
        </p:spPr>
        <p:txBody>
          <a:bodyPr wrap="square" lIns="0" tIns="0" rIns="0" bIns="0" rtlCol="0" anchor="t"/>
          <a:lstStyle/>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Developed item listing functionality</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Implemented item details and image upload</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Added category-based item organization</a:t>
            </a:r>
            <a:endParaRPr lang="en-US" sz="1000" dirty="0">
              <a:latin typeface="Segoe UI" panose="020B0502040204020203" pitchFamily="34" charset="0"/>
              <a:cs typeface="Segoe UI" panose="020B0502040204020203" pitchFamily="34" charset="0"/>
            </a:endParaRPr>
          </a:p>
        </p:txBody>
      </p:sp>
      <p:sp>
        <p:nvSpPr>
          <p:cNvPr id="113" name="Shape 23">
            <a:extLst>
              <a:ext uri="{FF2B5EF4-FFF2-40B4-BE49-F238E27FC236}">
                <a16:creationId xmlns:a16="http://schemas.microsoft.com/office/drawing/2014/main" id="{9A868C5F-4EBF-B0E8-FB5C-C2528153C40B}"/>
              </a:ext>
            </a:extLst>
          </p:cNvPr>
          <p:cNvSpPr/>
          <p:nvPr/>
        </p:nvSpPr>
        <p:spPr>
          <a:xfrm>
            <a:off x="4179690" y="4253359"/>
            <a:ext cx="295721" cy="14288"/>
          </a:xfrm>
          <a:prstGeom prst="roundRect">
            <a:avLst>
              <a:gd name="adj" fmla="val 289816"/>
            </a:avLst>
          </a:prstGeom>
          <a:solidFill>
            <a:srgbClr val="BFD3D8"/>
          </a:solidFill>
          <a:ln/>
        </p:spPr>
        <p:txBody>
          <a:bodyPr/>
          <a:lstStyle/>
          <a:p>
            <a:endParaRPr lang="en-IN"/>
          </a:p>
        </p:txBody>
      </p:sp>
      <p:sp>
        <p:nvSpPr>
          <p:cNvPr id="114" name="Shape 24">
            <a:extLst>
              <a:ext uri="{FF2B5EF4-FFF2-40B4-BE49-F238E27FC236}">
                <a16:creationId xmlns:a16="http://schemas.microsoft.com/office/drawing/2014/main" id="{95A2DC6F-0484-9A3D-EAFD-5E7441A4A967}"/>
              </a:ext>
            </a:extLst>
          </p:cNvPr>
          <p:cNvSpPr/>
          <p:nvPr/>
        </p:nvSpPr>
        <p:spPr>
          <a:xfrm>
            <a:off x="4461123" y="4149626"/>
            <a:ext cx="221754" cy="221754"/>
          </a:xfrm>
          <a:prstGeom prst="roundRect">
            <a:avLst>
              <a:gd name="adj" fmla="val 18673"/>
            </a:avLst>
          </a:prstGeom>
          <a:solidFill>
            <a:srgbClr val="D9EDF2"/>
          </a:solidFill>
          <a:ln w="7620">
            <a:solidFill>
              <a:srgbClr val="BFD3D8"/>
            </a:solidFill>
            <a:prstDash val="solid"/>
          </a:ln>
        </p:spPr>
        <p:txBody>
          <a:bodyPr/>
          <a:lstStyle/>
          <a:p>
            <a:endParaRPr lang="en-IN"/>
          </a:p>
        </p:txBody>
      </p:sp>
      <p:sp>
        <p:nvSpPr>
          <p:cNvPr id="115" name="Text 25">
            <a:extLst>
              <a:ext uri="{FF2B5EF4-FFF2-40B4-BE49-F238E27FC236}">
                <a16:creationId xmlns:a16="http://schemas.microsoft.com/office/drawing/2014/main" id="{55D13247-0BA0-700E-E564-5E5B121B2E8E}"/>
              </a:ext>
            </a:extLst>
          </p:cNvPr>
          <p:cNvSpPr/>
          <p:nvPr/>
        </p:nvSpPr>
        <p:spPr>
          <a:xfrm>
            <a:off x="4498070" y="4168081"/>
            <a:ext cx="147861" cy="184844"/>
          </a:xfrm>
          <a:prstGeom prst="rect">
            <a:avLst/>
          </a:prstGeom>
          <a:noFill/>
          <a:ln/>
        </p:spPr>
        <p:txBody>
          <a:bodyPr wrap="none" lIns="0" tIns="0" rIns="0" bIns="0" rtlCol="0" anchor="t"/>
          <a:lstStyle/>
          <a:p>
            <a:pPr algn="ctr">
              <a:lnSpc>
                <a:spcPts val="1156"/>
              </a:lnSpc>
            </a:pPr>
            <a:r>
              <a:rPr lang="en-US" sz="1156" dirty="0">
                <a:solidFill>
                  <a:srgbClr val="384653"/>
                </a:solidFill>
                <a:latin typeface="Host Grotesk Medium" pitchFamily="34" charset="0"/>
                <a:ea typeface="Host Grotesk Medium" pitchFamily="34" charset="-122"/>
                <a:cs typeface="Segoe UI" panose="020B0502040204020203" pitchFamily="34" charset="0"/>
              </a:rPr>
              <a:t>5</a:t>
            </a:r>
            <a:endParaRPr lang="en-US" sz="1156" dirty="0"/>
          </a:p>
        </p:txBody>
      </p:sp>
      <p:sp>
        <p:nvSpPr>
          <p:cNvPr id="116" name="Text 26">
            <a:extLst>
              <a:ext uri="{FF2B5EF4-FFF2-40B4-BE49-F238E27FC236}">
                <a16:creationId xmlns:a16="http://schemas.microsoft.com/office/drawing/2014/main" id="{C0740B97-DEBD-BFA8-8F50-3B6FC78E35E8}"/>
              </a:ext>
            </a:extLst>
          </p:cNvPr>
          <p:cNvSpPr/>
          <p:nvPr/>
        </p:nvSpPr>
        <p:spPr>
          <a:xfrm>
            <a:off x="2042592" y="4183485"/>
            <a:ext cx="2036489" cy="154037"/>
          </a:xfrm>
          <a:prstGeom prst="rect">
            <a:avLst/>
          </a:prstGeom>
          <a:noFill/>
          <a:ln/>
        </p:spPr>
        <p:txBody>
          <a:bodyPr wrap="none" lIns="0" tIns="0" rIns="0" bIns="0" rtlCol="0" anchor="t"/>
          <a:lstStyle/>
          <a:p>
            <a:pPr algn="r">
              <a:lnSpc>
                <a:spcPts val="1188"/>
              </a:lnSpc>
            </a:pPr>
            <a:r>
              <a:rPr lang="en-US" sz="1100" dirty="0">
                <a:solidFill>
                  <a:srgbClr val="384653"/>
                </a:solidFill>
                <a:latin typeface="Segoe UI" panose="020B0502040204020203" pitchFamily="34" charset="0"/>
                <a:ea typeface="Host Grotesk Medium" pitchFamily="34" charset="-122"/>
                <a:cs typeface="Segoe UI" panose="020B0502040204020203" pitchFamily="34" charset="0"/>
              </a:rPr>
              <a:t>Week 9–10: Rental Booking Module</a:t>
            </a:r>
            <a:endParaRPr lang="en-US" sz="1100" dirty="0">
              <a:latin typeface="Segoe UI" panose="020B0502040204020203" pitchFamily="34" charset="0"/>
              <a:cs typeface="Segoe UI" panose="020B0502040204020203" pitchFamily="34" charset="0"/>
            </a:endParaRPr>
          </a:p>
        </p:txBody>
      </p:sp>
      <p:sp>
        <p:nvSpPr>
          <p:cNvPr id="117" name="Text 27">
            <a:extLst>
              <a:ext uri="{FF2B5EF4-FFF2-40B4-BE49-F238E27FC236}">
                <a16:creationId xmlns:a16="http://schemas.microsoft.com/office/drawing/2014/main" id="{1DA1E8B7-CD70-B295-B889-5F96E6E0919A}"/>
              </a:ext>
            </a:extLst>
          </p:cNvPr>
          <p:cNvSpPr/>
          <p:nvPr/>
        </p:nvSpPr>
        <p:spPr>
          <a:xfrm>
            <a:off x="1170682" y="4378598"/>
            <a:ext cx="2908399" cy="423863"/>
          </a:xfrm>
          <a:prstGeom prst="rect">
            <a:avLst/>
          </a:prstGeom>
          <a:noFill/>
          <a:ln/>
        </p:spPr>
        <p:txBody>
          <a:bodyPr wrap="square" lIns="0" tIns="0" rIns="0" bIns="0" rtlCol="0" anchor="t"/>
          <a:lstStyle/>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Implemented rental request system</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Added rental duration selection</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Implemented booking status tracking</a:t>
            </a:r>
            <a:endParaRPr lang="en-US" sz="1000" dirty="0">
              <a:latin typeface="Segoe UI" panose="020B0502040204020203" pitchFamily="34" charset="0"/>
              <a:cs typeface="Segoe UI" panose="020B0502040204020203" pitchFamily="34" charset="0"/>
            </a:endParaRPr>
          </a:p>
        </p:txBody>
      </p:sp>
      <p:sp>
        <p:nvSpPr>
          <p:cNvPr id="118" name="Shape 28">
            <a:extLst>
              <a:ext uri="{FF2B5EF4-FFF2-40B4-BE49-F238E27FC236}">
                <a16:creationId xmlns:a16="http://schemas.microsoft.com/office/drawing/2014/main" id="{9AAD4130-518E-6491-A4DB-7CBFF23B33EA}"/>
              </a:ext>
            </a:extLst>
          </p:cNvPr>
          <p:cNvSpPr/>
          <p:nvPr/>
        </p:nvSpPr>
        <p:spPr>
          <a:xfrm>
            <a:off x="4668590" y="4733180"/>
            <a:ext cx="295721" cy="14288"/>
          </a:xfrm>
          <a:prstGeom prst="roundRect">
            <a:avLst>
              <a:gd name="adj" fmla="val 289816"/>
            </a:avLst>
          </a:prstGeom>
          <a:solidFill>
            <a:srgbClr val="BFD3D8"/>
          </a:solidFill>
          <a:ln/>
        </p:spPr>
        <p:txBody>
          <a:bodyPr/>
          <a:lstStyle/>
          <a:p>
            <a:endParaRPr lang="en-IN"/>
          </a:p>
        </p:txBody>
      </p:sp>
      <p:sp>
        <p:nvSpPr>
          <p:cNvPr id="119" name="Shape 29">
            <a:extLst>
              <a:ext uri="{FF2B5EF4-FFF2-40B4-BE49-F238E27FC236}">
                <a16:creationId xmlns:a16="http://schemas.microsoft.com/office/drawing/2014/main" id="{F4B5310E-C448-1AF5-6771-1EEE0F250944}"/>
              </a:ext>
            </a:extLst>
          </p:cNvPr>
          <p:cNvSpPr/>
          <p:nvPr/>
        </p:nvSpPr>
        <p:spPr>
          <a:xfrm>
            <a:off x="4461123" y="4629447"/>
            <a:ext cx="221754" cy="221754"/>
          </a:xfrm>
          <a:prstGeom prst="roundRect">
            <a:avLst>
              <a:gd name="adj" fmla="val 18673"/>
            </a:avLst>
          </a:prstGeom>
          <a:solidFill>
            <a:srgbClr val="D9EDF2"/>
          </a:solidFill>
          <a:ln w="7620">
            <a:solidFill>
              <a:srgbClr val="BFD3D8"/>
            </a:solidFill>
            <a:prstDash val="solid"/>
          </a:ln>
        </p:spPr>
        <p:txBody>
          <a:bodyPr/>
          <a:lstStyle/>
          <a:p>
            <a:endParaRPr lang="en-IN"/>
          </a:p>
        </p:txBody>
      </p:sp>
      <p:sp>
        <p:nvSpPr>
          <p:cNvPr id="120" name="Text 30">
            <a:extLst>
              <a:ext uri="{FF2B5EF4-FFF2-40B4-BE49-F238E27FC236}">
                <a16:creationId xmlns:a16="http://schemas.microsoft.com/office/drawing/2014/main" id="{BB74CE11-5B16-9B5E-AFB5-D3149C34D7BB}"/>
              </a:ext>
            </a:extLst>
          </p:cNvPr>
          <p:cNvSpPr/>
          <p:nvPr/>
        </p:nvSpPr>
        <p:spPr>
          <a:xfrm>
            <a:off x="4498070" y="4647903"/>
            <a:ext cx="147861" cy="184844"/>
          </a:xfrm>
          <a:prstGeom prst="rect">
            <a:avLst/>
          </a:prstGeom>
          <a:noFill/>
          <a:ln/>
        </p:spPr>
        <p:txBody>
          <a:bodyPr wrap="none" lIns="0" tIns="0" rIns="0" bIns="0" rtlCol="0" anchor="t"/>
          <a:lstStyle/>
          <a:p>
            <a:pPr algn="ctr">
              <a:lnSpc>
                <a:spcPts val="1156"/>
              </a:lnSpc>
            </a:pPr>
            <a:r>
              <a:rPr lang="en-US" sz="1156" dirty="0">
                <a:solidFill>
                  <a:srgbClr val="384653"/>
                </a:solidFill>
                <a:latin typeface="Host Grotesk Medium" pitchFamily="34" charset="0"/>
                <a:ea typeface="Host Grotesk Medium" pitchFamily="34" charset="-122"/>
                <a:cs typeface="Segoe UI" panose="020B0502040204020203" pitchFamily="34" charset="0"/>
              </a:rPr>
              <a:t>6</a:t>
            </a:r>
            <a:endParaRPr lang="en-US" sz="1156" dirty="0"/>
          </a:p>
        </p:txBody>
      </p:sp>
      <p:sp>
        <p:nvSpPr>
          <p:cNvPr id="121" name="Text 31">
            <a:extLst>
              <a:ext uri="{FF2B5EF4-FFF2-40B4-BE49-F238E27FC236}">
                <a16:creationId xmlns:a16="http://schemas.microsoft.com/office/drawing/2014/main" id="{361FA7A1-2E8C-9F0F-A9A2-33C7DD814AD4}"/>
              </a:ext>
            </a:extLst>
          </p:cNvPr>
          <p:cNvSpPr/>
          <p:nvPr/>
        </p:nvSpPr>
        <p:spPr>
          <a:xfrm>
            <a:off x="5064919" y="4663307"/>
            <a:ext cx="2126159" cy="154037"/>
          </a:xfrm>
          <a:prstGeom prst="rect">
            <a:avLst/>
          </a:prstGeom>
          <a:noFill/>
          <a:ln/>
        </p:spPr>
        <p:txBody>
          <a:bodyPr wrap="none" lIns="0" tIns="0" rIns="0" bIns="0" rtlCol="0" anchor="t"/>
          <a:lstStyle/>
          <a:p>
            <a:pPr>
              <a:lnSpc>
                <a:spcPts val="1188"/>
              </a:lnSpc>
            </a:pPr>
            <a:r>
              <a:rPr lang="en-US" sz="1100" dirty="0">
                <a:solidFill>
                  <a:srgbClr val="384653"/>
                </a:solidFill>
                <a:latin typeface="Segoe UI" panose="020B0502040204020203" pitchFamily="34" charset="0"/>
                <a:ea typeface="Host Grotesk Medium" pitchFamily="34" charset="-122"/>
                <a:cs typeface="Segoe UI" panose="020B0502040204020203" pitchFamily="34" charset="0"/>
              </a:rPr>
              <a:t>Week 11–12: Testing and Finalization</a:t>
            </a:r>
            <a:endParaRPr lang="en-US" sz="1100" dirty="0">
              <a:latin typeface="Segoe UI" panose="020B0502040204020203" pitchFamily="34" charset="0"/>
              <a:cs typeface="Segoe UI" panose="020B0502040204020203" pitchFamily="34" charset="0"/>
            </a:endParaRPr>
          </a:p>
        </p:txBody>
      </p:sp>
      <p:sp>
        <p:nvSpPr>
          <p:cNvPr id="122" name="Text 32">
            <a:extLst>
              <a:ext uri="{FF2B5EF4-FFF2-40B4-BE49-F238E27FC236}">
                <a16:creationId xmlns:a16="http://schemas.microsoft.com/office/drawing/2014/main" id="{035C2CF3-0C29-7C9A-B407-3D006B925A4E}"/>
              </a:ext>
            </a:extLst>
          </p:cNvPr>
          <p:cNvSpPr/>
          <p:nvPr/>
        </p:nvSpPr>
        <p:spPr>
          <a:xfrm>
            <a:off x="5064919" y="4858420"/>
            <a:ext cx="2908399" cy="423863"/>
          </a:xfrm>
          <a:prstGeom prst="rect">
            <a:avLst/>
          </a:prstGeom>
          <a:noFill/>
          <a:ln/>
        </p:spPr>
        <p:txBody>
          <a:bodyPr wrap="square" lIns="0" tIns="0" rIns="0" bIns="0" rtlCol="0" anchor="t"/>
          <a:lstStyle/>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Conducted system testing and debugging</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Improved UI and system performance</a:t>
            </a:r>
            <a:endParaRPr lang="en-US" sz="1000" dirty="0">
              <a:latin typeface="Segoe UI" panose="020B0502040204020203" pitchFamily="34" charset="0"/>
              <a:cs typeface="Segoe UI" panose="020B0502040204020203" pitchFamily="34" charset="0"/>
            </a:endParaRPr>
          </a:p>
          <a:p>
            <a:pPr marL="214313" indent="-214313">
              <a:lnSpc>
                <a:spcPts val="969"/>
              </a:lnSpc>
              <a:buSzPct val="100000"/>
              <a:buChar char="•"/>
            </a:pPr>
            <a:r>
              <a:rPr lang="en-US" sz="1000" dirty="0">
                <a:solidFill>
                  <a:srgbClr val="384653"/>
                </a:solidFill>
                <a:latin typeface="Segoe UI" panose="020B0502040204020203" pitchFamily="34" charset="0"/>
                <a:ea typeface="Roboto" pitchFamily="34" charset="-122"/>
                <a:cs typeface="Segoe UI" panose="020B0502040204020203" pitchFamily="34" charset="0"/>
              </a:rPr>
              <a:t>Prepared final documentation and presentation</a:t>
            </a:r>
            <a:endParaRPr lang="en-US" sz="1000" dirty="0">
              <a:latin typeface="Segoe UI" panose="020B0502040204020203" pitchFamily="34" charset="0"/>
              <a:cs typeface="Segoe UI" panose="020B0502040204020203" pitchFamily="34" charset="0"/>
            </a:endParaRP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 presetClass="entr" presetSubtype="4" fill="hold" grpId="0" nodeType="withEffect">
                                  <p:stCondLst>
                                    <p:cond delay="0"/>
                                  </p:stCondLst>
                                  <p:childTnLst>
                                    <p:set>
                                      <p:cBhvr>
                                        <p:cTn id="9" dur="1" fill="hold">
                                          <p:stCondLst>
                                            <p:cond delay="0"/>
                                          </p:stCondLst>
                                        </p:cTn>
                                        <p:tgtEl>
                                          <p:spTgt spid="92"/>
                                        </p:tgtEl>
                                        <p:attrNameLst>
                                          <p:attrName>style.visibility</p:attrName>
                                        </p:attrNameLst>
                                      </p:cBhvr>
                                      <p:to>
                                        <p:strVal val="visible"/>
                                      </p:to>
                                    </p:set>
                                    <p:anim calcmode="lin" valueType="num">
                                      <p:cBhvr additive="base">
                                        <p:cTn id="10" dur="500" fill="hold"/>
                                        <p:tgtEl>
                                          <p:spTgt spid="92"/>
                                        </p:tgtEl>
                                        <p:attrNameLst>
                                          <p:attrName>ppt_x</p:attrName>
                                        </p:attrNameLst>
                                      </p:cBhvr>
                                      <p:tavLst>
                                        <p:tav tm="0">
                                          <p:val>
                                            <p:strVal val="#ppt_x"/>
                                          </p:val>
                                        </p:tav>
                                        <p:tav tm="100000">
                                          <p:val>
                                            <p:strVal val="#ppt_x"/>
                                          </p:val>
                                        </p:tav>
                                      </p:tavLst>
                                    </p:anim>
                                    <p:anim calcmode="lin" valueType="num">
                                      <p:cBhvr additive="base">
                                        <p:cTn id="11" dur="500" fill="hold"/>
                                        <p:tgtEl>
                                          <p:spTgt spid="92"/>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93"/>
                                        </p:tgtEl>
                                        <p:attrNameLst>
                                          <p:attrName>style.visibility</p:attrName>
                                        </p:attrNameLst>
                                      </p:cBhvr>
                                      <p:to>
                                        <p:strVal val="visible"/>
                                      </p:to>
                                    </p:set>
                                    <p:anim calcmode="lin" valueType="num">
                                      <p:cBhvr additive="base">
                                        <p:cTn id="14" dur="500" fill="hold"/>
                                        <p:tgtEl>
                                          <p:spTgt spid="93"/>
                                        </p:tgtEl>
                                        <p:attrNameLst>
                                          <p:attrName>ppt_x</p:attrName>
                                        </p:attrNameLst>
                                      </p:cBhvr>
                                      <p:tavLst>
                                        <p:tav tm="0">
                                          <p:val>
                                            <p:strVal val="#ppt_x"/>
                                          </p:val>
                                        </p:tav>
                                        <p:tav tm="100000">
                                          <p:val>
                                            <p:strVal val="#ppt_x"/>
                                          </p:val>
                                        </p:tav>
                                      </p:tavLst>
                                    </p:anim>
                                    <p:anim calcmode="lin" valueType="num">
                                      <p:cBhvr additive="base">
                                        <p:cTn id="15" dur="500" fill="hold"/>
                                        <p:tgtEl>
                                          <p:spTgt spid="93"/>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94"/>
                                        </p:tgtEl>
                                        <p:attrNameLst>
                                          <p:attrName>style.visibility</p:attrName>
                                        </p:attrNameLst>
                                      </p:cBhvr>
                                      <p:to>
                                        <p:strVal val="visible"/>
                                      </p:to>
                                    </p:set>
                                    <p:anim calcmode="lin" valueType="num">
                                      <p:cBhvr additive="base">
                                        <p:cTn id="18" dur="500" fill="hold"/>
                                        <p:tgtEl>
                                          <p:spTgt spid="94"/>
                                        </p:tgtEl>
                                        <p:attrNameLst>
                                          <p:attrName>ppt_x</p:attrName>
                                        </p:attrNameLst>
                                      </p:cBhvr>
                                      <p:tavLst>
                                        <p:tav tm="0">
                                          <p:val>
                                            <p:strVal val="#ppt_x"/>
                                          </p:val>
                                        </p:tav>
                                        <p:tav tm="100000">
                                          <p:val>
                                            <p:strVal val="#ppt_x"/>
                                          </p:val>
                                        </p:tav>
                                      </p:tavLst>
                                    </p:anim>
                                    <p:anim calcmode="lin" valueType="num">
                                      <p:cBhvr additive="base">
                                        <p:cTn id="19" dur="500" fill="hold"/>
                                        <p:tgtEl>
                                          <p:spTgt spid="94"/>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95"/>
                                        </p:tgtEl>
                                        <p:attrNameLst>
                                          <p:attrName>style.visibility</p:attrName>
                                        </p:attrNameLst>
                                      </p:cBhvr>
                                      <p:to>
                                        <p:strVal val="visible"/>
                                      </p:to>
                                    </p:set>
                                    <p:anim calcmode="lin" valueType="num">
                                      <p:cBhvr additive="base">
                                        <p:cTn id="22" dur="500" fill="hold"/>
                                        <p:tgtEl>
                                          <p:spTgt spid="95"/>
                                        </p:tgtEl>
                                        <p:attrNameLst>
                                          <p:attrName>ppt_x</p:attrName>
                                        </p:attrNameLst>
                                      </p:cBhvr>
                                      <p:tavLst>
                                        <p:tav tm="0">
                                          <p:val>
                                            <p:strVal val="#ppt_x"/>
                                          </p:val>
                                        </p:tav>
                                        <p:tav tm="100000">
                                          <p:val>
                                            <p:strVal val="#ppt_x"/>
                                          </p:val>
                                        </p:tav>
                                      </p:tavLst>
                                    </p:anim>
                                    <p:anim calcmode="lin" valueType="num">
                                      <p:cBhvr additive="base">
                                        <p:cTn id="23" dur="500" fill="hold"/>
                                        <p:tgtEl>
                                          <p:spTgt spid="95"/>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96"/>
                                        </p:tgtEl>
                                        <p:attrNameLst>
                                          <p:attrName>style.visibility</p:attrName>
                                        </p:attrNameLst>
                                      </p:cBhvr>
                                      <p:to>
                                        <p:strVal val="visible"/>
                                      </p:to>
                                    </p:set>
                                    <p:anim calcmode="lin" valueType="num">
                                      <p:cBhvr additive="base">
                                        <p:cTn id="26" dur="500" fill="hold"/>
                                        <p:tgtEl>
                                          <p:spTgt spid="96"/>
                                        </p:tgtEl>
                                        <p:attrNameLst>
                                          <p:attrName>ppt_x</p:attrName>
                                        </p:attrNameLst>
                                      </p:cBhvr>
                                      <p:tavLst>
                                        <p:tav tm="0">
                                          <p:val>
                                            <p:strVal val="#ppt_x"/>
                                          </p:val>
                                        </p:tav>
                                        <p:tav tm="100000">
                                          <p:val>
                                            <p:strVal val="#ppt_x"/>
                                          </p:val>
                                        </p:tav>
                                      </p:tavLst>
                                    </p:anim>
                                    <p:anim calcmode="lin" valueType="num">
                                      <p:cBhvr additive="base">
                                        <p:cTn id="27" dur="500" fill="hold"/>
                                        <p:tgtEl>
                                          <p:spTgt spid="96"/>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7"/>
                                        </p:tgtEl>
                                        <p:attrNameLst>
                                          <p:attrName>style.visibility</p:attrName>
                                        </p:attrNameLst>
                                      </p:cBhvr>
                                      <p:to>
                                        <p:strVal val="visible"/>
                                      </p:to>
                                    </p:set>
                                    <p:anim calcmode="lin" valueType="num">
                                      <p:cBhvr additive="base">
                                        <p:cTn id="30" dur="500" fill="hold"/>
                                        <p:tgtEl>
                                          <p:spTgt spid="97"/>
                                        </p:tgtEl>
                                        <p:attrNameLst>
                                          <p:attrName>ppt_x</p:attrName>
                                        </p:attrNameLst>
                                      </p:cBhvr>
                                      <p:tavLst>
                                        <p:tav tm="0">
                                          <p:val>
                                            <p:strVal val="#ppt_x"/>
                                          </p:val>
                                        </p:tav>
                                        <p:tav tm="100000">
                                          <p:val>
                                            <p:strVal val="#ppt_x"/>
                                          </p:val>
                                        </p:tav>
                                      </p:tavLst>
                                    </p:anim>
                                    <p:anim calcmode="lin" valueType="num">
                                      <p:cBhvr additive="base">
                                        <p:cTn id="31" dur="500" fill="hold"/>
                                        <p:tgtEl>
                                          <p:spTgt spid="97"/>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98"/>
                                        </p:tgtEl>
                                        <p:attrNameLst>
                                          <p:attrName>style.visibility</p:attrName>
                                        </p:attrNameLst>
                                      </p:cBhvr>
                                      <p:to>
                                        <p:strVal val="visible"/>
                                      </p:to>
                                    </p:set>
                                    <p:anim calcmode="lin" valueType="num">
                                      <p:cBhvr additive="base">
                                        <p:cTn id="34" dur="500" fill="hold"/>
                                        <p:tgtEl>
                                          <p:spTgt spid="98"/>
                                        </p:tgtEl>
                                        <p:attrNameLst>
                                          <p:attrName>ppt_x</p:attrName>
                                        </p:attrNameLst>
                                      </p:cBhvr>
                                      <p:tavLst>
                                        <p:tav tm="0">
                                          <p:val>
                                            <p:strVal val="#ppt_x"/>
                                          </p:val>
                                        </p:tav>
                                        <p:tav tm="100000">
                                          <p:val>
                                            <p:strVal val="#ppt_x"/>
                                          </p:val>
                                        </p:tav>
                                      </p:tavLst>
                                    </p:anim>
                                    <p:anim calcmode="lin" valueType="num">
                                      <p:cBhvr additive="base">
                                        <p:cTn id="35" dur="500" fill="hold"/>
                                        <p:tgtEl>
                                          <p:spTgt spid="98"/>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99"/>
                                        </p:tgtEl>
                                        <p:attrNameLst>
                                          <p:attrName>style.visibility</p:attrName>
                                        </p:attrNameLst>
                                      </p:cBhvr>
                                      <p:to>
                                        <p:strVal val="visible"/>
                                      </p:to>
                                    </p:set>
                                    <p:anim calcmode="lin" valueType="num">
                                      <p:cBhvr additive="base">
                                        <p:cTn id="38" dur="500" fill="hold"/>
                                        <p:tgtEl>
                                          <p:spTgt spid="99"/>
                                        </p:tgtEl>
                                        <p:attrNameLst>
                                          <p:attrName>ppt_x</p:attrName>
                                        </p:attrNameLst>
                                      </p:cBhvr>
                                      <p:tavLst>
                                        <p:tav tm="0">
                                          <p:val>
                                            <p:strVal val="#ppt_x"/>
                                          </p:val>
                                        </p:tav>
                                        <p:tav tm="100000">
                                          <p:val>
                                            <p:strVal val="#ppt_x"/>
                                          </p:val>
                                        </p:tav>
                                      </p:tavLst>
                                    </p:anim>
                                    <p:anim calcmode="lin" valueType="num">
                                      <p:cBhvr additive="base">
                                        <p:cTn id="39" dur="500" fill="hold"/>
                                        <p:tgtEl>
                                          <p:spTgt spid="99"/>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00"/>
                                        </p:tgtEl>
                                        <p:attrNameLst>
                                          <p:attrName>style.visibility</p:attrName>
                                        </p:attrNameLst>
                                      </p:cBhvr>
                                      <p:to>
                                        <p:strVal val="visible"/>
                                      </p:to>
                                    </p:set>
                                    <p:anim calcmode="lin" valueType="num">
                                      <p:cBhvr additive="base">
                                        <p:cTn id="42" dur="500" fill="hold"/>
                                        <p:tgtEl>
                                          <p:spTgt spid="100"/>
                                        </p:tgtEl>
                                        <p:attrNameLst>
                                          <p:attrName>ppt_x</p:attrName>
                                        </p:attrNameLst>
                                      </p:cBhvr>
                                      <p:tavLst>
                                        <p:tav tm="0">
                                          <p:val>
                                            <p:strVal val="#ppt_x"/>
                                          </p:val>
                                        </p:tav>
                                        <p:tav tm="100000">
                                          <p:val>
                                            <p:strVal val="#ppt_x"/>
                                          </p:val>
                                        </p:tav>
                                      </p:tavLst>
                                    </p:anim>
                                    <p:anim calcmode="lin" valueType="num">
                                      <p:cBhvr additive="base">
                                        <p:cTn id="43" dur="500" fill="hold"/>
                                        <p:tgtEl>
                                          <p:spTgt spid="100"/>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01"/>
                                        </p:tgtEl>
                                        <p:attrNameLst>
                                          <p:attrName>style.visibility</p:attrName>
                                        </p:attrNameLst>
                                      </p:cBhvr>
                                      <p:to>
                                        <p:strVal val="visible"/>
                                      </p:to>
                                    </p:set>
                                    <p:anim calcmode="lin" valueType="num">
                                      <p:cBhvr additive="base">
                                        <p:cTn id="46" dur="500" fill="hold"/>
                                        <p:tgtEl>
                                          <p:spTgt spid="101"/>
                                        </p:tgtEl>
                                        <p:attrNameLst>
                                          <p:attrName>ppt_x</p:attrName>
                                        </p:attrNameLst>
                                      </p:cBhvr>
                                      <p:tavLst>
                                        <p:tav tm="0">
                                          <p:val>
                                            <p:strVal val="#ppt_x"/>
                                          </p:val>
                                        </p:tav>
                                        <p:tav tm="100000">
                                          <p:val>
                                            <p:strVal val="#ppt_x"/>
                                          </p:val>
                                        </p:tav>
                                      </p:tavLst>
                                    </p:anim>
                                    <p:anim calcmode="lin" valueType="num">
                                      <p:cBhvr additive="base">
                                        <p:cTn id="47" dur="500" fill="hold"/>
                                        <p:tgtEl>
                                          <p:spTgt spid="101"/>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02"/>
                                        </p:tgtEl>
                                        <p:attrNameLst>
                                          <p:attrName>style.visibility</p:attrName>
                                        </p:attrNameLst>
                                      </p:cBhvr>
                                      <p:to>
                                        <p:strVal val="visible"/>
                                      </p:to>
                                    </p:set>
                                    <p:anim calcmode="lin" valueType="num">
                                      <p:cBhvr additive="base">
                                        <p:cTn id="50" dur="500" fill="hold"/>
                                        <p:tgtEl>
                                          <p:spTgt spid="102"/>
                                        </p:tgtEl>
                                        <p:attrNameLst>
                                          <p:attrName>ppt_x</p:attrName>
                                        </p:attrNameLst>
                                      </p:cBhvr>
                                      <p:tavLst>
                                        <p:tav tm="0">
                                          <p:val>
                                            <p:strVal val="#ppt_x"/>
                                          </p:val>
                                        </p:tav>
                                        <p:tav tm="100000">
                                          <p:val>
                                            <p:strVal val="#ppt_x"/>
                                          </p:val>
                                        </p:tav>
                                      </p:tavLst>
                                    </p:anim>
                                    <p:anim calcmode="lin" valueType="num">
                                      <p:cBhvr additive="base">
                                        <p:cTn id="51" dur="500" fill="hold"/>
                                        <p:tgtEl>
                                          <p:spTgt spid="102"/>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3"/>
                                        </p:tgtEl>
                                        <p:attrNameLst>
                                          <p:attrName>style.visibility</p:attrName>
                                        </p:attrNameLst>
                                      </p:cBhvr>
                                      <p:to>
                                        <p:strVal val="visible"/>
                                      </p:to>
                                    </p:set>
                                    <p:anim calcmode="lin" valueType="num">
                                      <p:cBhvr additive="base">
                                        <p:cTn id="54" dur="500" fill="hold"/>
                                        <p:tgtEl>
                                          <p:spTgt spid="103"/>
                                        </p:tgtEl>
                                        <p:attrNameLst>
                                          <p:attrName>ppt_x</p:attrName>
                                        </p:attrNameLst>
                                      </p:cBhvr>
                                      <p:tavLst>
                                        <p:tav tm="0">
                                          <p:val>
                                            <p:strVal val="#ppt_x"/>
                                          </p:val>
                                        </p:tav>
                                        <p:tav tm="100000">
                                          <p:val>
                                            <p:strVal val="#ppt_x"/>
                                          </p:val>
                                        </p:tav>
                                      </p:tavLst>
                                    </p:anim>
                                    <p:anim calcmode="lin" valueType="num">
                                      <p:cBhvr additive="base">
                                        <p:cTn id="55" dur="500" fill="hold"/>
                                        <p:tgtEl>
                                          <p:spTgt spid="103"/>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104"/>
                                        </p:tgtEl>
                                        <p:attrNameLst>
                                          <p:attrName>style.visibility</p:attrName>
                                        </p:attrNameLst>
                                      </p:cBhvr>
                                      <p:to>
                                        <p:strVal val="visible"/>
                                      </p:to>
                                    </p:set>
                                    <p:anim calcmode="lin" valueType="num">
                                      <p:cBhvr additive="base">
                                        <p:cTn id="58" dur="500" fill="hold"/>
                                        <p:tgtEl>
                                          <p:spTgt spid="104"/>
                                        </p:tgtEl>
                                        <p:attrNameLst>
                                          <p:attrName>ppt_x</p:attrName>
                                        </p:attrNameLst>
                                      </p:cBhvr>
                                      <p:tavLst>
                                        <p:tav tm="0">
                                          <p:val>
                                            <p:strVal val="#ppt_x"/>
                                          </p:val>
                                        </p:tav>
                                        <p:tav tm="100000">
                                          <p:val>
                                            <p:strVal val="#ppt_x"/>
                                          </p:val>
                                        </p:tav>
                                      </p:tavLst>
                                    </p:anim>
                                    <p:anim calcmode="lin" valueType="num">
                                      <p:cBhvr additive="base">
                                        <p:cTn id="59" dur="500" fill="hold"/>
                                        <p:tgtEl>
                                          <p:spTgt spid="104"/>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05"/>
                                        </p:tgtEl>
                                        <p:attrNameLst>
                                          <p:attrName>style.visibility</p:attrName>
                                        </p:attrNameLst>
                                      </p:cBhvr>
                                      <p:to>
                                        <p:strVal val="visible"/>
                                      </p:to>
                                    </p:set>
                                    <p:anim calcmode="lin" valueType="num">
                                      <p:cBhvr additive="base">
                                        <p:cTn id="62" dur="500" fill="hold"/>
                                        <p:tgtEl>
                                          <p:spTgt spid="105"/>
                                        </p:tgtEl>
                                        <p:attrNameLst>
                                          <p:attrName>ppt_x</p:attrName>
                                        </p:attrNameLst>
                                      </p:cBhvr>
                                      <p:tavLst>
                                        <p:tav tm="0">
                                          <p:val>
                                            <p:strVal val="#ppt_x"/>
                                          </p:val>
                                        </p:tav>
                                        <p:tav tm="100000">
                                          <p:val>
                                            <p:strVal val="#ppt_x"/>
                                          </p:val>
                                        </p:tav>
                                      </p:tavLst>
                                    </p:anim>
                                    <p:anim calcmode="lin" valueType="num">
                                      <p:cBhvr additive="base">
                                        <p:cTn id="63" dur="500" fill="hold"/>
                                        <p:tgtEl>
                                          <p:spTgt spid="105"/>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106"/>
                                        </p:tgtEl>
                                        <p:attrNameLst>
                                          <p:attrName>style.visibility</p:attrName>
                                        </p:attrNameLst>
                                      </p:cBhvr>
                                      <p:to>
                                        <p:strVal val="visible"/>
                                      </p:to>
                                    </p:set>
                                    <p:anim calcmode="lin" valueType="num">
                                      <p:cBhvr additive="base">
                                        <p:cTn id="66" dur="500" fill="hold"/>
                                        <p:tgtEl>
                                          <p:spTgt spid="106"/>
                                        </p:tgtEl>
                                        <p:attrNameLst>
                                          <p:attrName>ppt_x</p:attrName>
                                        </p:attrNameLst>
                                      </p:cBhvr>
                                      <p:tavLst>
                                        <p:tav tm="0">
                                          <p:val>
                                            <p:strVal val="#ppt_x"/>
                                          </p:val>
                                        </p:tav>
                                        <p:tav tm="100000">
                                          <p:val>
                                            <p:strVal val="#ppt_x"/>
                                          </p:val>
                                        </p:tav>
                                      </p:tavLst>
                                    </p:anim>
                                    <p:anim calcmode="lin" valueType="num">
                                      <p:cBhvr additive="base">
                                        <p:cTn id="67" dur="500" fill="hold"/>
                                        <p:tgtEl>
                                          <p:spTgt spid="106"/>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107"/>
                                        </p:tgtEl>
                                        <p:attrNameLst>
                                          <p:attrName>style.visibility</p:attrName>
                                        </p:attrNameLst>
                                      </p:cBhvr>
                                      <p:to>
                                        <p:strVal val="visible"/>
                                      </p:to>
                                    </p:set>
                                    <p:anim calcmode="lin" valueType="num">
                                      <p:cBhvr additive="base">
                                        <p:cTn id="70" dur="500" fill="hold"/>
                                        <p:tgtEl>
                                          <p:spTgt spid="107"/>
                                        </p:tgtEl>
                                        <p:attrNameLst>
                                          <p:attrName>ppt_x</p:attrName>
                                        </p:attrNameLst>
                                      </p:cBhvr>
                                      <p:tavLst>
                                        <p:tav tm="0">
                                          <p:val>
                                            <p:strVal val="#ppt_x"/>
                                          </p:val>
                                        </p:tav>
                                        <p:tav tm="100000">
                                          <p:val>
                                            <p:strVal val="#ppt_x"/>
                                          </p:val>
                                        </p:tav>
                                      </p:tavLst>
                                    </p:anim>
                                    <p:anim calcmode="lin" valueType="num">
                                      <p:cBhvr additive="base">
                                        <p:cTn id="71" dur="500" fill="hold"/>
                                        <p:tgtEl>
                                          <p:spTgt spid="107"/>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108"/>
                                        </p:tgtEl>
                                        <p:attrNameLst>
                                          <p:attrName>style.visibility</p:attrName>
                                        </p:attrNameLst>
                                      </p:cBhvr>
                                      <p:to>
                                        <p:strVal val="visible"/>
                                      </p:to>
                                    </p:set>
                                    <p:anim calcmode="lin" valueType="num">
                                      <p:cBhvr additive="base">
                                        <p:cTn id="74" dur="500" fill="hold"/>
                                        <p:tgtEl>
                                          <p:spTgt spid="108"/>
                                        </p:tgtEl>
                                        <p:attrNameLst>
                                          <p:attrName>ppt_x</p:attrName>
                                        </p:attrNameLst>
                                      </p:cBhvr>
                                      <p:tavLst>
                                        <p:tav tm="0">
                                          <p:val>
                                            <p:strVal val="#ppt_x"/>
                                          </p:val>
                                        </p:tav>
                                        <p:tav tm="100000">
                                          <p:val>
                                            <p:strVal val="#ppt_x"/>
                                          </p:val>
                                        </p:tav>
                                      </p:tavLst>
                                    </p:anim>
                                    <p:anim calcmode="lin" valueType="num">
                                      <p:cBhvr additive="base">
                                        <p:cTn id="75" dur="500" fill="hold"/>
                                        <p:tgtEl>
                                          <p:spTgt spid="108"/>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109"/>
                                        </p:tgtEl>
                                        <p:attrNameLst>
                                          <p:attrName>style.visibility</p:attrName>
                                        </p:attrNameLst>
                                      </p:cBhvr>
                                      <p:to>
                                        <p:strVal val="visible"/>
                                      </p:to>
                                    </p:set>
                                    <p:anim calcmode="lin" valueType="num">
                                      <p:cBhvr additive="base">
                                        <p:cTn id="78" dur="500" fill="hold"/>
                                        <p:tgtEl>
                                          <p:spTgt spid="109"/>
                                        </p:tgtEl>
                                        <p:attrNameLst>
                                          <p:attrName>ppt_x</p:attrName>
                                        </p:attrNameLst>
                                      </p:cBhvr>
                                      <p:tavLst>
                                        <p:tav tm="0">
                                          <p:val>
                                            <p:strVal val="#ppt_x"/>
                                          </p:val>
                                        </p:tav>
                                        <p:tav tm="100000">
                                          <p:val>
                                            <p:strVal val="#ppt_x"/>
                                          </p:val>
                                        </p:tav>
                                      </p:tavLst>
                                    </p:anim>
                                    <p:anim calcmode="lin" valueType="num">
                                      <p:cBhvr additive="base">
                                        <p:cTn id="79" dur="500" fill="hold"/>
                                        <p:tgtEl>
                                          <p:spTgt spid="109"/>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110"/>
                                        </p:tgtEl>
                                        <p:attrNameLst>
                                          <p:attrName>style.visibility</p:attrName>
                                        </p:attrNameLst>
                                      </p:cBhvr>
                                      <p:to>
                                        <p:strVal val="visible"/>
                                      </p:to>
                                    </p:set>
                                    <p:anim calcmode="lin" valueType="num">
                                      <p:cBhvr additive="base">
                                        <p:cTn id="82" dur="500" fill="hold"/>
                                        <p:tgtEl>
                                          <p:spTgt spid="110"/>
                                        </p:tgtEl>
                                        <p:attrNameLst>
                                          <p:attrName>ppt_x</p:attrName>
                                        </p:attrNameLst>
                                      </p:cBhvr>
                                      <p:tavLst>
                                        <p:tav tm="0">
                                          <p:val>
                                            <p:strVal val="#ppt_x"/>
                                          </p:val>
                                        </p:tav>
                                        <p:tav tm="100000">
                                          <p:val>
                                            <p:strVal val="#ppt_x"/>
                                          </p:val>
                                        </p:tav>
                                      </p:tavLst>
                                    </p:anim>
                                    <p:anim calcmode="lin" valueType="num">
                                      <p:cBhvr additive="base">
                                        <p:cTn id="83" dur="500" fill="hold"/>
                                        <p:tgtEl>
                                          <p:spTgt spid="110"/>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111"/>
                                        </p:tgtEl>
                                        <p:attrNameLst>
                                          <p:attrName>style.visibility</p:attrName>
                                        </p:attrNameLst>
                                      </p:cBhvr>
                                      <p:to>
                                        <p:strVal val="visible"/>
                                      </p:to>
                                    </p:set>
                                    <p:anim calcmode="lin" valueType="num">
                                      <p:cBhvr additive="base">
                                        <p:cTn id="86" dur="500" fill="hold"/>
                                        <p:tgtEl>
                                          <p:spTgt spid="111"/>
                                        </p:tgtEl>
                                        <p:attrNameLst>
                                          <p:attrName>ppt_x</p:attrName>
                                        </p:attrNameLst>
                                      </p:cBhvr>
                                      <p:tavLst>
                                        <p:tav tm="0">
                                          <p:val>
                                            <p:strVal val="#ppt_x"/>
                                          </p:val>
                                        </p:tav>
                                        <p:tav tm="100000">
                                          <p:val>
                                            <p:strVal val="#ppt_x"/>
                                          </p:val>
                                        </p:tav>
                                      </p:tavLst>
                                    </p:anim>
                                    <p:anim calcmode="lin" valueType="num">
                                      <p:cBhvr additive="base">
                                        <p:cTn id="87" dur="500" fill="hold"/>
                                        <p:tgtEl>
                                          <p:spTgt spid="111"/>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112"/>
                                        </p:tgtEl>
                                        <p:attrNameLst>
                                          <p:attrName>style.visibility</p:attrName>
                                        </p:attrNameLst>
                                      </p:cBhvr>
                                      <p:to>
                                        <p:strVal val="visible"/>
                                      </p:to>
                                    </p:set>
                                    <p:anim calcmode="lin" valueType="num">
                                      <p:cBhvr additive="base">
                                        <p:cTn id="90" dur="500" fill="hold"/>
                                        <p:tgtEl>
                                          <p:spTgt spid="112"/>
                                        </p:tgtEl>
                                        <p:attrNameLst>
                                          <p:attrName>ppt_x</p:attrName>
                                        </p:attrNameLst>
                                      </p:cBhvr>
                                      <p:tavLst>
                                        <p:tav tm="0">
                                          <p:val>
                                            <p:strVal val="#ppt_x"/>
                                          </p:val>
                                        </p:tav>
                                        <p:tav tm="100000">
                                          <p:val>
                                            <p:strVal val="#ppt_x"/>
                                          </p:val>
                                        </p:tav>
                                      </p:tavLst>
                                    </p:anim>
                                    <p:anim calcmode="lin" valueType="num">
                                      <p:cBhvr additive="base">
                                        <p:cTn id="91" dur="500" fill="hold"/>
                                        <p:tgtEl>
                                          <p:spTgt spid="112"/>
                                        </p:tgtEl>
                                        <p:attrNameLst>
                                          <p:attrName>ppt_y</p:attrName>
                                        </p:attrNameLst>
                                      </p:cBhvr>
                                      <p:tavLst>
                                        <p:tav tm="0">
                                          <p:val>
                                            <p:strVal val="1+#ppt_h/2"/>
                                          </p:val>
                                        </p:tav>
                                        <p:tav tm="100000">
                                          <p:val>
                                            <p:strVal val="#ppt_y"/>
                                          </p:val>
                                        </p:tav>
                                      </p:tavLst>
                                    </p:anim>
                                  </p:childTnLst>
                                </p:cTn>
                              </p:par>
                              <p:par>
                                <p:cTn id="92" presetID="2" presetClass="entr" presetSubtype="4" fill="hold" grpId="0" nodeType="withEffect">
                                  <p:stCondLst>
                                    <p:cond delay="0"/>
                                  </p:stCondLst>
                                  <p:childTnLst>
                                    <p:set>
                                      <p:cBhvr>
                                        <p:cTn id="93" dur="1" fill="hold">
                                          <p:stCondLst>
                                            <p:cond delay="0"/>
                                          </p:stCondLst>
                                        </p:cTn>
                                        <p:tgtEl>
                                          <p:spTgt spid="113"/>
                                        </p:tgtEl>
                                        <p:attrNameLst>
                                          <p:attrName>style.visibility</p:attrName>
                                        </p:attrNameLst>
                                      </p:cBhvr>
                                      <p:to>
                                        <p:strVal val="visible"/>
                                      </p:to>
                                    </p:set>
                                    <p:anim calcmode="lin" valueType="num">
                                      <p:cBhvr additive="base">
                                        <p:cTn id="94" dur="500" fill="hold"/>
                                        <p:tgtEl>
                                          <p:spTgt spid="113"/>
                                        </p:tgtEl>
                                        <p:attrNameLst>
                                          <p:attrName>ppt_x</p:attrName>
                                        </p:attrNameLst>
                                      </p:cBhvr>
                                      <p:tavLst>
                                        <p:tav tm="0">
                                          <p:val>
                                            <p:strVal val="#ppt_x"/>
                                          </p:val>
                                        </p:tav>
                                        <p:tav tm="100000">
                                          <p:val>
                                            <p:strVal val="#ppt_x"/>
                                          </p:val>
                                        </p:tav>
                                      </p:tavLst>
                                    </p:anim>
                                    <p:anim calcmode="lin" valueType="num">
                                      <p:cBhvr additive="base">
                                        <p:cTn id="95" dur="500" fill="hold"/>
                                        <p:tgtEl>
                                          <p:spTgt spid="113"/>
                                        </p:tgtEl>
                                        <p:attrNameLst>
                                          <p:attrName>ppt_y</p:attrName>
                                        </p:attrNameLst>
                                      </p:cBhvr>
                                      <p:tavLst>
                                        <p:tav tm="0">
                                          <p:val>
                                            <p:strVal val="1+#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114"/>
                                        </p:tgtEl>
                                        <p:attrNameLst>
                                          <p:attrName>style.visibility</p:attrName>
                                        </p:attrNameLst>
                                      </p:cBhvr>
                                      <p:to>
                                        <p:strVal val="visible"/>
                                      </p:to>
                                    </p:set>
                                    <p:anim calcmode="lin" valueType="num">
                                      <p:cBhvr additive="base">
                                        <p:cTn id="98" dur="500" fill="hold"/>
                                        <p:tgtEl>
                                          <p:spTgt spid="114"/>
                                        </p:tgtEl>
                                        <p:attrNameLst>
                                          <p:attrName>ppt_x</p:attrName>
                                        </p:attrNameLst>
                                      </p:cBhvr>
                                      <p:tavLst>
                                        <p:tav tm="0">
                                          <p:val>
                                            <p:strVal val="#ppt_x"/>
                                          </p:val>
                                        </p:tav>
                                        <p:tav tm="100000">
                                          <p:val>
                                            <p:strVal val="#ppt_x"/>
                                          </p:val>
                                        </p:tav>
                                      </p:tavLst>
                                    </p:anim>
                                    <p:anim calcmode="lin" valueType="num">
                                      <p:cBhvr additive="base">
                                        <p:cTn id="99" dur="500" fill="hold"/>
                                        <p:tgtEl>
                                          <p:spTgt spid="114"/>
                                        </p:tgtEl>
                                        <p:attrNameLst>
                                          <p:attrName>ppt_y</p:attrName>
                                        </p:attrNameLst>
                                      </p:cBhvr>
                                      <p:tavLst>
                                        <p:tav tm="0">
                                          <p:val>
                                            <p:strVal val="1+#ppt_h/2"/>
                                          </p:val>
                                        </p:tav>
                                        <p:tav tm="100000">
                                          <p:val>
                                            <p:strVal val="#ppt_y"/>
                                          </p:val>
                                        </p:tav>
                                      </p:tavLst>
                                    </p:anim>
                                  </p:childTnLst>
                                </p:cTn>
                              </p:par>
                              <p:par>
                                <p:cTn id="100" presetID="2" presetClass="entr" presetSubtype="4" fill="hold" grpId="0" nodeType="withEffect">
                                  <p:stCondLst>
                                    <p:cond delay="0"/>
                                  </p:stCondLst>
                                  <p:childTnLst>
                                    <p:set>
                                      <p:cBhvr>
                                        <p:cTn id="101" dur="1" fill="hold">
                                          <p:stCondLst>
                                            <p:cond delay="0"/>
                                          </p:stCondLst>
                                        </p:cTn>
                                        <p:tgtEl>
                                          <p:spTgt spid="115"/>
                                        </p:tgtEl>
                                        <p:attrNameLst>
                                          <p:attrName>style.visibility</p:attrName>
                                        </p:attrNameLst>
                                      </p:cBhvr>
                                      <p:to>
                                        <p:strVal val="visible"/>
                                      </p:to>
                                    </p:set>
                                    <p:anim calcmode="lin" valueType="num">
                                      <p:cBhvr additive="base">
                                        <p:cTn id="102" dur="500" fill="hold"/>
                                        <p:tgtEl>
                                          <p:spTgt spid="115"/>
                                        </p:tgtEl>
                                        <p:attrNameLst>
                                          <p:attrName>ppt_x</p:attrName>
                                        </p:attrNameLst>
                                      </p:cBhvr>
                                      <p:tavLst>
                                        <p:tav tm="0">
                                          <p:val>
                                            <p:strVal val="#ppt_x"/>
                                          </p:val>
                                        </p:tav>
                                        <p:tav tm="100000">
                                          <p:val>
                                            <p:strVal val="#ppt_x"/>
                                          </p:val>
                                        </p:tav>
                                      </p:tavLst>
                                    </p:anim>
                                    <p:anim calcmode="lin" valueType="num">
                                      <p:cBhvr additive="base">
                                        <p:cTn id="103" dur="500" fill="hold"/>
                                        <p:tgtEl>
                                          <p:spTgt spid="115"/>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116"/>
                                        </p:tgtEl>
                                        <p:attrNameLst>
                                          <p:attrName>style.visibility</p:attrName>
                                        </p:attrNameLst>
                                      </p:cBhvr>
                                      <p:to>
                                        <p:strVal val="visible"/>
                                      </p:to>
                                    </p:set>
                                    <p:anim calcmode="lin" valueType="num">
                                      <p:cBhvr additive="base">
                                        <p:cTn id="106" dur="500" fill="hold"/>
                                        <p:tgtEl>
                                          <p:spTgt spid="116"/>
                                        </p:tgtEl>
                                        <p:attrNameLst>
                                          <p:attrName>ppt_x</p:attrName>
                                        </p:attrNameLst>
                                      </p:cBhvr>
                                      <p:tavLst>
                                        <p:tav tm="0">
                                          <p:val>
                                            <p:strVal val="#ppt_x"/>
                                          </p:val>
                                        </p:tav>
                                        <p:tav tm="100000">
                                          <p:val>
                                            <p:strVal val="#ppt_x"/>
                                          </p:val>
                                        </p:tav>
                                      </p:tavLst>
                                    </p:anim>
                                    <p:anim calcmode="lin" valueType="num">
                                      <p:cBhvr additive="base">
                                        <p:cTn id="107" dur="500" fill="hold"/>
                                        <p:tgtEl>
                                          <p:spTgt spid="116"/>
                                        </p:tgtEl>
                                        <p:attrNameLst>
                                          <p:attrName>ppt_y</p:attrName>
                                        </p:attrNameLst>
                                      </p:cBhvr>
                                      <p:tavLst>
                                        <p:tav tm="0">
                                          <p:val>
                                            <p:strVal val="1+#ppt_h/2"/>
                                          </p:val>
                                        </p:tav>
                                        <p:tav tm="100000">
                                          <p:val>
                                            <p:strVal val="#ppt_y"/>
                                          </p:val>
                                        </p:tav>
                                      </p:tavLst>
                                    </p:anim>
                                  </p:childTnLst>
                                </p:cTn>
                              </p:par>
                              <p:par>
                                <p:cTn id="108" presetID="2" presetClass="entr" presetSubtype="4" fill="hold" grpId="0" nodeType="withEffect">
                                  <p:stCondLst>
                                    <p:cond delay="0"/>
                                  </p:stCondLst>
                                  <p:childTnLst>
                                    <p:set>
                                      <p:cBhvr>
                                        <p:cTn id="109" dur="1" fill="hold">
                                          <p:stCondLst>
                                            <p:cond delay="0"/>
                                          </p:stCondLst>
                                        </p:cTn>
                                        <p:tgtEl>
                                          <p:spTgt spid="117"/>
                                        </p:tgtEl>
                                        <p:attrNameLst>
                                          <p:attrName>style.visibility</p:attrName>
                                        </p:attrNameLst>
                                      </p:cBhvr>
                                      <p:to>
                                        <p:strVal val="visible"/>
                                      </p:to>
                                    </p:set>
                                    <p:anim calcmode="lin" valueType="num">
                                      <p:cBhvr additive="base">
                                        <p:cTn id="110" dur="500" fill="hold"/>
                                        <p:tgtEl>
                                          <p:spTgt spid="117"/>
                                        </p:tgtEl>
                                        <p:attrNameLst>
                                          <p:attrName>ppt_x</p:attrName>
                                        </p:attrNameLst>
                                      </p:cBhvr>
                                      <p:tavLst>
                                        <p:tav tm="0">
                                          <p:val>
                                            <p:strVal val="#ppt_x"/>
                                          </p:val>
                                        </p:tav>
                                        <p:tav tm="100000">
                                          <p:val>
                                            <p:strVal val="#ppt_x"/>
                                          </p:val>
                                        </p:tav>
                                      </p:tavLst>
                                    </p:anim>
                                    <p:anim calcmode="lin" valueType="num">
                                      <p:cBhvr additive="base">
                                        <p:cTn id="111" dur="500" fill="hold"/>
                                        <p:tgtEl>
                                          <p:spTgt spid="117"/>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118"/>
                                        </p:tgtEl>
                                        <p:attrNameLst>
                                          <p:attrName>style.visibility</p:attrName>
                                        </p:attrNameLst>
                                      </p:cBhvr>
                                      <p:to>
                                        <p:strVal val="visible"/>
                                      </p:to>
                                    </p:set>
                                    <p:anim calcmode="lin" valueType="num">
                                      <p:cBhvr additive="base">
                                        <p:cTn id="114" dur="500" fill="hold"/>
                                        <p:tgtEl>
                                          <p:spTgt spid="118"/>
                                        </p:tgtEl>
                                        <p:attrNameLst>
                                          <p:attrName>ppt_x</p:attrName>
                                        </p:attrNameLst>
                                      </p:cBhvr>
                                      <p:tavLst>
                                        <p:tav tm="0">
                                          <p:val>
                                            <p:strVal val="#ppt_x"/>
                                          </p:val>
                                        </p:tav>
                                        <p:tav tm="100000">
                                          <p:val>
                                            <p:strVal val="#ppt_x"/>
                                          </p:val>
                                        </p:tav>
                                      </p:tavLst>
                                    </p:anim>
                                    <p:anim calcmode="lin" valueType="num">
                                      <p:cBhvr additive="base">
                                        <p:cTn id="115" dur="500" fill="hold"/>
                                        <p:tgtEl>
                                          <p:spTgt spid="118"/>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119"/>
                                        </p:tgtEl>
                                        <p:attrNameLst>
                                          <p:attrName>style.visibility</p:attrName>
                                        </p:attrNameLst>
                                      </p:cBhvr>
                                      <p:to>
                                        <p:strVal val="visible"/>
                                      </p:to>
                                    </p:set>
                                    <p:anim calcmode="lin" valueType="num">
                                      <p:cBhvr additive="base">
                                        <p:cTn id="118" dur="500" fill="hold"/>
                                        <p:tgtEl>
                                          <p:spTgt spid="119"/>
                                        </p:tgtEl>
                                        <p:attrNameLst>
                                          <p:attrName>ppt_x</p:attrName>
                                        </p:attrNameLst>
                                      </p:cBhvr>
                                      <p:tavLst>
                                        <p:tav tm="0">
                                          <p:val>
                                            <p:strVal val="#ppt_x"/>
                                          </p:val>
                                        </p:tav>
                                        <p:tav tm="100000">
                                          <p:val>
                                            <p:strVal val="#ppt_x"/>
                                          </p:val>
                                        </p:tav>
                                      </p:tavLst>
                                    </p:anim>
                                    <p:anim calcmode="lin" valueType="num">
                                      <p:cBhvr additive="base">
                                        <p:cTn id="119" dur="500" fill="hold"/>
                                        <p:tgtEl>
                                          <p:spTgt spid="119"/>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120"/>
                                        </p:tgtEl>
                                        <p:attrNameLst>
                                          <p:attrName>style.visibility</p:attrName>
                                        </p:attrNameLst>
                                      </p:cBhvr>
                                      <p:to>
                                        <p:strVal val="visible"/>
                                      </p:to>
                                    </p:set>
                                    <p:anim calcmode="lin" valueType="num">
                                      <p:cBhvr additive="base">
                                        <p:cTn id="122" dur="500" fill="hold"/>
                                        <p:tgtEl>
                                          <p:spTgt spid="120"/>
                                        </p:tgtEl>
                                        <p:attrNameLst>
                                          <p:attrName>ppt_x</p:attrName>
                                        </p:attrNameLst>
                                      </p:cBhvr>
                                      <p:tavLst>
                                        <p:tav tm="0">
                                          <p:val>
                                            <p:strVal val="#ppt_x"/>
                                          </p:val>
                                        </p:tav>
                                        <p:tav tm="100000">
                                          <p:val>
                                            <p:strVal val="#ppt_x"/>
                                          </p:val>
                                        </p:tav>
                                      </p:tavLst>
                                    </p:anim>
                                    <p:anim calcmode="lin" valueType="num">
                                      <p:cBhvr additive="base">
                                        <p:cTn id="123" dur="500" fill="hold"/>
                                        <p:tgtEl>
                                          <p:spTgt spid="120"/>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121"/>
                                        </p:tgtEl>
                                        <p:attrNameLst>
                                          <p:attrName>style.visibility</p:attrName>
                                        </p:attrNameLst>
                                      </p:cBhvr>
                                      <p:to>
                                        <p:strVal val="visible"/>
                                      </p:to>
                                    </p:set>
                                    <p:anim calcmode="lin" valueType="num">
                                      <p:cBhvr additive="base">
                                        <p:cTn id="126" dur="500" fill="hold"/>
                                        <p:tgtEl>
                                          <p:spTgt spid="121"/>
                                        </p:tgtEl>
                                        <p:attrNameLst>
                                          <p:attrName>ppt_x</p:attrName>
                                        </p:attrNameLst>
                                      </p:cBhvr>
                                      <p:tavLst>
                                        <p:tav tm="0">
                                          <p:val>
                                            <p:strVal val="#ppt_x"/>
                                          </p:val>
                                        </p:tav>
                                        <p:tav tm="100000">
                                          <p:val>
                                            <p:strVal val="#ppt_x"/>
                                          </p:val>
                                        </p:tav>
                                      </p:tavLst>
                                    </p:anim>
                                    <p:anim calcmode="lin" valueType="num">
                                      <p:cBhvr additive="base">
                                        <p:cTn id="127" dur="500" fill="hold"/>
                                        <p:tgtEl>
                                          <p:spTgt spid="121"/>
                                        </p:tgtEl>
                                        <p:attrNameLst>
                                          <p:attrName>ppt_y</p:attrName>
                                        </p:attrNameLst>
                                      </p:cBhvr>
                                      <p:tavLst>
                                        <p:tav tm="0">
                                          <p:val>
                                            <p:strVal val="1+#ppt_h/2"/>
                                          </p:val>
                                        </p:tav>
                                        <p:tav tm="100000">
                                          <p:val>
                                            <p:strVal val="#ppt_y"/>
                                          </p:val>
                                        </p:tav>
                                      </p:tavLst>
                                    </p:anim>
                                  </p:childTnLst>
                                </p:cTn>
                              </p:par>
                              <p:par>
                                <p:cTn id="128" presetID="2" presetClass="entr" presetSubtype="4" fill="hold" grpId="0" nodeType="withEffect">
                                  <p:stCondLst>
                                    <p:cond delay="0"/>
                                  </p:stCondLst>
                                  <p:childTnLst>
                                    <p:set>
                                      <p:cBhvr>
                                        <p:cTn id="129" dur="1" fill="hold">
                                          <p:stCondLst>
                                            <p:cond delay="0"/>
                                          </p:stCondLst>
                                        </p:cTn>
                                        <p:tgtEl>
                                          <p:spTgt spid="122"/>
                                        </p:tgtEl>
                                        <p:attrNameLst>
                                          <p:attrName>style.visibility</p:attrName>
                                        </p:attrNameLst>
                                      </p:cBhvr>
                                      <p:to>
                                        <p:strVal val="visible"/>
                                      </p:to>
                                    </p:set>
                                    <p:anim calcmode="lin" valueType="num">
                                      <p:cBhvr additive="base">
                                        <p:cTn id="130" dur="500" fill="hold"/>
                                        <p:tgtEl>
                                          <p:spTgt spid="122"/>
                                        </p:tgtEl>
                                        <p:attrNameLst>
                                          <p:attrName>ppt_x</p:attrName>
                                        </p:attrNameLst>
                                      </p:cBhvr>
                                      <p:tavLst>
                                        <p:tav tm="0">
                                          <p:val>
                                            <p:strVal val="#ppt_x"/>
                                          </p:val>
                                        </p:tav>
                                        <p:tav tm="100000">
                                          <p:val>
                                            <p:strVal val="#ppt_x"/>
                                          </p:val>
                                        </p:tav>
                                      </p:tavLst>
                                    </p:anim>
                                    <p:anim calcmode="lin" valueType="num">
                                      <p:cBhvr additive="base">
                                        <p:cTn id="131" dur="500" fill="hold"/>
                                        <p:tgtEl>
                                          <p:spTgt spid="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17" name="Rounded Rectangle 7">
            <a:extLst>
              <a:ext uri="{FF2B5EF4-FFF2-40B4-BE49-F238E27FC236}">
                <a16:creationId xmlns:a16="http://schemas.microsoft.com/office/drawing/2014/main" id="{A7FA83AE-CE76-C55E-0620-3D32DC4DC521}"/>
              </a:ext>
            </a:extLst>
          </p:cNvPr>
          <p:cNvSpPr/>
          <p:nvPr/>
        </p:nvSpPr>
        <p:spPr>
          <a:xfrm>
            <a:off x="786384" y="1654048"/>
            <a:ext cx="8046720" cy="5136896"/>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8">
            <a:extLst>
              <a:ext uri="{FF2B5EF4-FFF2-40B4-BE49-F238E27FC236}">
                <a16:creationId xmlns:a16="http://schemas.microsoft.com/office/drawing/2014/main" id="{251F7C0B-0779-5DF0-D00A-966006804AAE}"/>
              </a:ext>
            </a:extLst>
          </p:cNvPr>
          <p:cNvSpPr/>
          <p:nvPr/>
        </p:nvSpPr>
        <p:spPr>
          <a:xfrm>
            <a:off x="731520" y="1599184"/>
            <a:ext cx="8046720" cy="5136896"/>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68096" y="402336"/>
            <a:ext cx="8046720" cy="9144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365760" cy="68580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0"/>
            <a:ext cx="73152" cy="68580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411480"/>
            <a:ext cx="7680960" cy="822960"/>
          </a:xfrm>
          <a:prstGeom prst="rect">
            <a:avLst/>
          </a:prstGeom>
          <a:noFill/>
        </p:spPr>
        <p:txBody>
          <a:bodyPr wrap="none" anchor="ctr">
            <a:spAutoFit/>
          </a:bodyPr>
          <a:lstStyle/>
          <a:p>
            <a:r>
              <a:rPr sz="3200" b="1" dirty="0">
                <a:solidFill>
                  <a:srgbClr val="4F46E5"/>
                </a:solidFill>
                <a:latin typeface="Segoe UI"/>
              </a:rPr>
              <a:t>Conclusion and Future Scope</a:t>
            </a:r>
          </a:p>
        </p:txBody>
      </p:sp>
      <p:sp>
        <p:nvSpPr>
          <p:cNvPr id="10" name="TextBox 9"/>
          <p:cNvSpPr txBox="1"/>
          <p:nvPr/>
        </p:nvSpPr>
        <p:spPr>
          <a:xfrm>
            <a:off x="1097280" y="1786128"/>
            <a:ext cx="7498080" cy="1066800"/>
          </a:xfrm>
          <a:prstGeom prst="rect">
            <a:avLst/>
          </a:prstGeom>
          <a:noFill/>
        </p:spPr>
        <p:txBody>
          <a:bodyPr wrap="square">
            <a:normAutofit fontScale="92500"/>
          </a:bodyPr>
          <a:lstStyle/>
          <a:p>
            <a:pPr>
              <a:spcAft>
                <a:spcPts val="800"/>
              </a:spcAft>
            </a:pPr>
            <a:r>
              <a:rPr sz="2000" b="1" dirty="0">
                <a:solidFill>
                  <a:srgbClr val="1F2937"/>
                </a:solidFill>
                <a:latin typeface="Segoe UI Bold"/>
              </a:rPr>
              <a:t>Conclusion</a:t>
            </a:r>
          </a:p>
          <a:p>
            <a:r>
              <a:rPr sz="1600" b="0" dirty="0">
                <a:solidFill>
                  <a:srgbClr val="111827"/>
                </a:solidFill>
                <a:latin typeface="Segoe UI"/>
              </a:rPr>
              <a:t>The Online Renting System provides a practical platform for users to rent and lend products while encouraging resource sharing and reducing unnecessary purchases.</a:t>
            </a:r>
          </a:p>
        </p:txBody>
      </p:sp>
      <p:sp>
        <p:nvSpPr>
          <p:cNvPr id="13" name="TextBox 12"/>
          <p:cNvSpPr txBox="1"/>
          <p:nvPr/>
        </p:nvSpPr>
        <p:spPr>
          <a:xfrm>
            <a:off x="1097280" y="2767584"/>
            <a:ext cx="6309358" cy="2180336"/>
          </a:xfrm>
          <a:prstGeom prst="rect">
            <a:avLst/>
          </a:prstGeom>
          <a:noFill/>
        </p:spPr>
        <p:txBody>
          <a:bodyPr wrap="square">
            <a:normAutofit/>
          </a:bodyPr>
          <a:lstStyle/>
          <a:p>
            <a:pPr>
              <a:spcAft>
                <a:spcPts val="800"/>
              </a:spcAft>
            </a:pPr>
            <a:r>
              <a:rPr sz="2000" b="1" dirty="0">
                <a:solidFill>
                  <a:srgbClr val="1F2937"/>
                </a:solidFill>
                <a:latin typeface="Segoe UI Bold"/>
              </a:rPr>
              <a:t>Future Enhancements</a:t>
            </a:r>
          </a:p>
          <a:p>
            <a:pPr marL="285750" indent="-285750">
              <a:spcBef>
                <a:spcPts val="600"/>
              </a:spcBef>
              <a:buFont typeface="Wingdings" panose="05000000000000000000" pitchFamily="2" charset="2"/>
              <a:buChar char="§"/>
            </a:pPr>
            <a:r>
              <a:rPr sz="1600" b="0" dirty="0">
                <a:solidFill>
                  <a:srgbClr val="111827"/>
                </a:solidFill>
                <a:latin typeface="Segoe UI"/>
              </a:rPr>
              <a:t>Live chat between users for communication</a:t>
            </a:r>
          </a:p>
          <a:p>
            <a:pPr marL="285750" indent="-285750">
              <a:spcBef>
                <a:spcPts val="600"/>
              </a:spcBef>
              <a:buFont typeface="Wingdings" panose="05000000000000000000" pitchFamily="2" charset="2"/>
              <a:buChar char="§"/>
            </a:pPr>
            <a:r>
              <a:rPr sz="1600" b="0" dirty="0">
                <a:solidFill>
                  <a:srgbClr val="111827"/>
                </a:solidFill>
                <a:latin typeface="Segoe UI"/>
              </a:rPr>
              <a:t>Rating and review system for trust</a:t>
            </a:r>
          </a:p>
          <a:p>
            <a:pPr marL="285750" indent="-285750">
              <a:spcBef>
                <a:spcPts val="600"/>
              </a:spcBef>
              <a:buFont typeface="Wingdings" panose="05000000000000000000" pitchFamily="2" charset="2"/>
              <a:buChar char="§"/>
            </a:pPr>
            <a:r>
              <a:rPr sz="1600" b="0" dirty="0">
                <a:solidFill>
                  <a:srgbClr val="111827"/>
                </a:solidFill>
                <a:latin typeface="Segoe UI"/>
              </a:rPr>
              <a:t>GPS-based item search by location</a:t>
            </a:r>
          </a:p>
          <a:p>
            <a:pPr marL="285750" indent="-285750">
              <a:spcBef>
                <a:spcPts val="600"/>
              </a:spcBef>
              <a:buFont typeface="Wingdings" panose="05000000000000000000" pitchFamily="2" charset="2"/>
              <a:buChar char="§"/>
            </a:pPr>
            <a:r>
              <a:rPr sz="1600" b="0" dirty="0">
                <a:solidFill>
                  <a:srgbClr val="111827"/>
                </a:solidFill>
                <a:latin typeface="Segoe UI"/>
              </a:rPr>
              <a:t>Mobile application development</a:t>
            </a:r>
          </a:p>
          <a:p>
            <a:pPr marL="285750" indent="-285750">
              <a:spcBef>
                <a:spcPts val="600"/>
              </a:spcBef>
              <a:buFont typeface="Wingdings" panose="05000000000000000000" pitchFamily="2" charset="2"/>
              <a:buChar char="§"/>
            </a:pPr>
            <a:r>
              <a:rPr sz="1600" b="0" dirty="0">
                <a:solidFill>
                  <a:srgbClr val="111827"/>
                </a:solidFill>
                <a:latin typeface="Segoe UI"/>
              </a:rPr>
              <a:t>AI-based item recommendation engine</a:t>
            </a:r>
          </a:p>
        </p:txBody>
      </p:sp>
      <p:sp>
        <p:nvSpPr>
          <p:cNvPr id="16" name="TextBox 15"/>
          <p:cNvSpPr txBox="1"/>
          <p:nvPr/>
        </p:nvSpPr>
        <p:spPr>
          <a:xfrm>
            <a:off x="1097280" y="4895088"/>
            <a:ext cx="7498080" cy="1840992"/>
          </a:xfrm>
          <a:prstGeom prst="rect">
            <a:avLst/>
          </a:prstGeom>
          <a:noFill/>
        </p:spPr>
        <p:txBody>
          <a:bodyPr wrap="square">
            <a:normAutofit/>
          </a:bodyPr>
          <a:lstStyle/>
          <a:p>
            <a:pPr>
              <a:spcAft>
                <a:spcPts val="800"/>
              </a:spcAft>
            </a:pPr>
            <a:r>
              <a:rPr sz="2000" b="1" dirty="0">
                <a:solidFill>
                  <a:srgbClr val="1F2937"/>
                </a:solidFill>
                <a:latin typeface="Segoe UI Bold"/>
              </a:rPr>
              <a:t>References</a:t>
            </a:r>
          </a:p>
          <a:p>
            <a:pPr marL="285750" indent="-285750">
              <a:spcBef>
                <a:spcPts val="600"/>
              </a:spcBef>
              <a:buFont typeface="Wingdings" panose="05000000000000000000" pitchFamily="2" charset="2"/>
              <a:buChar char="§"/>
            </a:pPr>
            <a:r>
              <a:rPr lang="en-IN" sz="1600" dirty="0">
                <a:latin typeface="Segoe UI" panose="020B0502040204020203" pitchFamily="34" charset="0"/>
                <a:cs typeface="Segoe UI" panose="020B0502040204020203" pitchFamily="34" charset="0"/>
              </a:rPr>
              <a:t>Django Framework Documentation (Backend)</a:t>
            </a:r>
            <a:endParaRPr lang="en-IN" sz="1600" dirty="0">
              <a:solidFill>
                <a:srgbClr val="111827"/>
              </a:solidFill>
              <a:latin typeface="Segoe UI" panose="020B0502040204020203" pitchFamily="34" charset="0"/>
              <a:cs typeface="Segoe UI" panose="020B0502040204020203" pitchFamily="34" charset="0"/>
            </a:endParaRPr>
          </a:p>
          <a:p>
            <a:pPr marL="285750" indent="-285750">
              <a:spcBef>
                <a:spcPts val="600"/>
              </a:spcBef>
              <a:buFont typeface="Wingdings" panose="05000000000000000000" pitchFamily="2" charset="2"/>
              <a:buChar char="§"/>
            </a:pPr>
            <a:r>
              <a:rPr lang="en-IN" sz="1600" dirty="0">
                <a:latin typeface="Segoe UI" panose="020B0502040204020203" pitchFamily="34" charset="0"/>
                <a:cs typeface="Segoe UI" panose="020B0502040204020203" pitchFamily="34" charset="0"/>
              </a:rPr>
              <a:t>Tailwind CSS Documentation (Frontend Design)</a:t>
            </a:r>
          </a:p>
          <a:p>
            <a:pPr marL="285750" indent="-285750">
              <a:spcBef>
                <a:spcPts val="600"/>
              </a:spcBef>
              <a:buFont typeface="Wingdings" panose="05000000000000000000" pitchFamily="2" charset="2"/>
              <a:buChar char="§"/>
            </a:pPr>
            <a:r>
              <a:rPr lang="en-IN" sz="1600" dirty="0" err="1">
                <a:latin typeface="Segoe UI" panose="020B0502040204020203" pitchFamily="34" charset="0"/>
                <a:cs typeface="Segoe UI" panose="020B0502040204020203" pitchFamily="34" charset="0"/>
              </a:rPr>
              <a:t>Litepicker</a:t>
            </a:r>
            <a:r>
              <a:rPr lang="en-IN" sz="1600" dirty="0">
                <a:latin typeface="Segoe UI" panose="020B0502040204020203" pitchFamily="34" charset="0"/>
                <a:cs typeface="Segoe UI" panose="020B0502040204020203" pitchFamily="34" charset="0"/>
              </a:rPr>
              <a:t> (Date Selection Interface)</a:t>
            </a:r>
          </a:p>
          <a:p>
            <a:pPr marL="285750" indent="-285750">
              <a:spcBef>
                <a:spcPts val="600"/>
              </a:spcBef>
              <a:buFont typeface="Wingdings" panose="05000000000000000000" pitchFamily="2" charset="2"/>
              <a:buChar char="§"/>
            </a:pPr>
            <a:r>
              <a:rPr lang="en-US" sz="1600" dirty="0">
                <a:latin typeface="Segoe UI" panose="020B0502040204020203" pitchFamily="34" charset="0"/>
                <a:cs typeface="Segoe UI" panose="020B0502040204020203" pitchFamily="34" charset="0"/>
              </a:rPr>
              <a:t>Google Material Design &amp; Fonts (Typography and Iconography)</a:t>
            </a: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fade">
                                      <p:cBhvr>
                                        <p:cTn id="15" dur="500"/>
                                        <p:tgtEl>
                                          <p:spTgt spid="10">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animEffect transition="in" filter="fade">
                                      <p:cBhvr>
                                        <p:cTn id="19" dur="500"/>
                                        <p:tgtEl>
                                          <p:spTgt spid="13">
                                            <p:txEl>
                                              <p:pRg st="0" end="0"/>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animEffect transition="in" filter="fade">
                                      <p:cBhvr>
                                        <p:cTn id="23" dur="500"/>
                                        <p:tgtEl>
                                          <p:spTgt spid="13">
                                            <p:txEl>
                                              <p:pRg st="1" end="1"/>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13">
                                            <p:txEl>
                                              <p:pRg st="2" end="2"/>
                                            </p:txEl>
                                          </p:spTgt>
                                        </p:tgtEl>
                                        <p:attrNameLst>
                                          <p:attrName>style.visibility</p:attrName>
                                        </p:attrNameLst>
                                      </p:cBhvr>
                                      <p:to>
                                        <p:strVal val="visible"/>
                                      </p:to>
                                    </p:set>
                                    <p:animEffect transition="in" filter="fade">
                                      <p:cBhvr>
                                        <p:cTn id="27" dur="500"/>
                                        <p:tgtEl>
                                          <p:spTgt spid="13">
                                            <p:txEl>
                                              <p:pRg st="2" end="2"/>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13">
                                            <p:txEl>
                                              <p:pRg st="3" end="3"/>
                                            </p:txEl>
                                          </p:spTgt>
                                        </p:tgtEl>
                                        <p:attrNameLst>
                                          <p:attrName>style.visibility</p:attrName>
                                        </p:attrNameLst>
                                      </p:cBhvr>
                                      <p:to>
                                        <p:strVal val="visible"/>
                                      </p:to>
                                    </p:set>
                                    <p:animEffect transition="in" filter="fade">
                                      <p:cBhvr>
                                        <p:cTn id="31" dur="500"/>
                                        <p:tgtEl>
                                          <p:spTgt spid="13">
                                            <p:txEl>
                                              <p:pRg st="3" end="3"/>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13">
                                            <p:txEl>
                                              <p:pRg st="4" end="4"/>
                                            </p:txEl>
                                          </p:spTgt>
                                        </p:tgtEl>
                                        <p:attrNameLst>
                                          <p:attrName>style.visibility</p:attrName>
                                        </p:attrNameLst>
                                      </p:cBhvr>
                                      <p:to>
                                        <p:strVal val="visible"/>
                                      </p:to>
                                    </p:set>
                                    <p:animEffect transition="in" filter="fade">
                                      <p:cBhvr>
                                        <p:cTn id="35" dur="500"/>
                                        <p:tgtEl>
                                          <p:spTgt spid="13">
                                            <p:txEl>
                                              <p:pRg st="4" end="4"/>
                                            </p:tx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13">
                                            <p:txEl>
                                              <p:pRg st="5" end="5"/>
                                            </p:txEl>
                                          </p:spTgt>
                                        </p:tgtEl>
                                        <p:attrNameLst>
                                          <p:attrName>style.visibility</p:attrName>
                                        </p:attrNameLst>
                                      </p:cBhvr>
                                      <p:to>
                                        <p:strVal val="visible"/>
                                      </p:to>
                                    </p:set>
                                    <p:animEffect transition="in" filter="fade">
                                      <p:cBhvr>
                                        <p:cTn id="39" dur="500"/>
                                        <p:tgtEl>
                                          <p:spTgt spid="13">
                                            <p:txEl>
                                              <p:pRg st="5" end="5"/>
                                            </p:txEl>
                                          </p:spTgt>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16">
                                            <p:txEl>
                                              <p:pRg st="0" end="0"/>
                                            </p:txEl>
                                          </p:spTgt>
                                        </p:tgtEl>
                                        <p:attrNameLst>
                                          <p:attrName>style.visibility</p:attrName>
                                        </p:attrNameLst>
                                      </p:cBhvr>
                                      <p:to>
                                        <p:strVal val="visible"/>
                                      </p:to>
                                    </p:set>
                                    <p:animEffect transition="in" filter="fade">
                                      <p:cBhvr>
                                        <p:cTn id="43" dur="500"/>
                                        <p:tgtEl>
                                          <p:spTgt spid="16">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xEl>
                                              <p:pRg st="1" end="1"/>
                                            </p:txEl>
                                          </p:spTgt>
                                        </p:tgtEl>
                                        <p:attrNameLst>
                                          <p:attrName>style.visibility</p:attrName>
                                        </p:attrNameLst>
                                      </p:cBhvr>
                                      <p:to>
                                        <p:strVal val="visible"/>
                                      </p:to>
                                    </p:set>
                                    <p:animEffect transition="in" filter="fade">
                                      <p:cBhvr>
                                        <p:cTn id="46" dur="500"/>
                                        <p:tgtEl>
                                          <p:spTgt spid="16">
                                            <p:txEl>
                                              <p:pRg st="1" end="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6">
                                            <p:txEl>
                                              <p:pRg st="2" end="2"/>
                                            </p:txEl>
                                          </p:spTgt>
                                        </p:tgtEl>
                                        <p:attrNameLst>
                                          <p:attrName>style.visibility</p:attrName>
                                        </p:attrNameLst>
                                      </p:cBhvr>
                                      <p:to>
                                        <p:strVal val="visible"/>
                                      </p:to>
                                    </p:set>
                                    <p:animEffect transition="in" filter="fade">
                                      <p:cBhvr>
                                        <p:cTn id="49" dur="500"/>
                                        <p:tgtEl>
                                          <p:spTgt spid="16">
                                            <p:txEl>
                                              <p:pRg st="2" end="2"/>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xEl>
                                              <p:pRg st="3" end="3"/>
                                            </p:txEl>
                                          </p:spTgt>
                                        </p:tgtEl>
                                        <p:attrNameLst>
                                          <p:attrName>style.visibility</p:attrName>
                                        </p:attrNameLst>
                                      </p:cBhvr>
                                      <p:to>
                                        <p:strVal val="visible"/>
                                      </p:to>
                                    </p:set>
                                    <p:animEffect transition="in" filter="fade">
                                      <p:cBhvr>
                                        <p:cTn id="52" dur="500"/>
                                        <p:tgtEl>
                                          <p:spTgt spid="16">
                                            <p:txEl>
                                              <p:pRg st="3" end="3"/>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6">
                                            <p:txEl>
                                              <p:pRg st="4" end="4"/>
                                            </p:txEl>
                                          </p:spTgt>
                                        </p:tgtEl>
                                        <p:attrNameLst>
                                          <p:attrName>style.visibility</p:attrName>
                                        </p:attrNameLst>
                                      </p:cBhvr>
                                      <p:to>
                                        <p:strVal val="visible"/>
                                      </p:to>
                                    </p:set>
                                    <p:animEffect transition="in" filter="fade">
                                      <p:cBhvr>
                                        <p:cTn id="55" dur="500"/>
                                        <p:tgtEl>
                                          <p:spTgt spid="1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10" grpId="0" build="allAtOnce"/>
      <p:bldP spid="13" grpId="0" build="allAtOnce"/>
      <p:bldP spid="16"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sp>
        <p:nvSpPr>
          <p:cNvPr id="2" name="TextBox 1"/>
          <p:cNvSpPr txBox="1"/>
          <p:nvPr/>
        </p:nvSpPr>
        <p:spPr>
          <a:xfrm>
            <a:off x="914400" y="2743200"/>
            <a:ext cx="7315200" cy="1371600"/>
          </a:xfrm>
          <a:prstGeom prst="rect">
            <a:avLst/>
          </a:prstGeom>
          <a:noFill/>
        </p:spPr>
        <p:txBody>
          <a:bodyPr wrap="none">
            <a:spAutoFit/>
          </a:bodyPr>
          <a:lstStyle/>
          <a:p>
            <a:pPr algn="ctr"/>
            <a:r>
              <a:rPr sz="7200" b="1" dirty="0">
                <a:solidFill>
                  <a:srgbClr val="4F46E5"/>
                </a:solidFill>
                <a:latin typeface="Segoe UI Black"/>
              </a:rPr>
              <a:t>Thank You…!</a:t>
            </a:r>
          </a:p>
        </p:txBody>
      </p:sp>
    </p:spTree>
  </p:cSld>
  <p:clrMapOvr>
    <a:masterClrMapping/>
  </p:clrMapOvr>
  <p:transition advClick="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TotalTime>
  <Words>862</Words>
  <Application>Microsoft Office PowerPoint</Application>
  <PresentationFormat>On-screen Show (4:3)</PresentationFormat>
  <Paragraphs>147</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Host Grotesk Medium</vt:lpstr>
      <vt:lpstr>Segoe UI</vt:lpstr>
      <vt:lpstr>Segoe UI Black</vt:lpstr>
      <vt:lpstr>Segoe UI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Heet Raval</cp:lastModifiedBy>
  <cp:revision>4</cp:revision>
  <dcterms:created xsi:type="dcterms:W3CDTF">2013-01-27T09:14:16Z</dcterms:created>
  <dcterms:modified xsi:type="dcterms:W3CDTF">2026-03-13T05:26:04Z</dcterms:modified>
  <cp:category/>
</cp:coreProperties>
</file>